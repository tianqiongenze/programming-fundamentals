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8" r:id="rId70"/>
    <p:sldId id="319" r:id="rId71"/>
    <p:sldId id="320" r:id="rId72"/>
    <p:sldId id="367" r:id="rId80"/>
    <p:sldId id="368" r:id="rId78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8.xml"/><Relationship Id="rId75" Type="http://schemas.openxmlformats.org/officeDocument/2006/relationships/slide" Target="slides/slide39.xml"/><Relationship Id="rId77" Type="http://schemas.openxmlformats.org/officeDocument/2006/relationships/slide" Target="slides/slide40.xml"/><Relationship Id="rId78" Type="http://schemas.openxmlformats.org/officeDocument/2006/relationships/slide" Target="slides/slide37.xml"/><Relationship Id="rId79" Type="http://schemas.openxmlformats.org/officeDocument/2006/relationships/slide" Target="slides/slide41.xml"/><Relationship Id="rId80" Type="http://schemas.openxmlformats.org/officeDocument/2006/relationships/slide" Target="slides/slide36.xml"/><Relationship Id="rId81" Type="http://schemas.openxmlformats.org/officeDocument/2006/relationships/slide" Target="slides/slide42.xml"/><Relationship Id="rId82" Type="http://schemas.openxmlformats.org/officeDocument/2006/relationships/slide" Target="slides/slide43.xml"/><Relationship Id="rId84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8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0.xml"/><Relationship Id="rId92" Type="http://schemas.openxmlformats.org/officeDocument/2006/relationships/slide" Target="slides/slide51.xml"/><Relationship Id="rId93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2" Type="http://schemas.openxmlformats.org/officeDocument/2006/relationships/slide" Target="slides/slide61.xml"/><Relationship Id="rId103" Type="http://schemas.openxmlformats.org/officeDocument/2006/relationships/slide" Target="slides/slide62.xml"/><Relationship Id="rId104" Type="http://schemas.openxmlformats.org/officeDocument/2006/relationships/slide" Target="slides/slide63.xml"/><Relationship Id="rId105" Type="http://schemas.openxmlformats.org/officeDocument/2006/relationships/slide" Target="slides/slide64.xml"/><Relationship Id="rId106" Type="http://schemas.openxmlformats.org/officeDocument/2006/relationships/slide" Target="slides/slide65.xml"/><Relationship Id="rId107" Type="http://schemas.openxmlformats.org/officeDocument/2006/relationships/slide" Target="slides/slide66.xml"/><Relationship Id="rId108" Type="http://schemas.openxmlformats.org/officeDocument/2006/relationships/slide" Target="slides/slide67.xml"/><Relationship Id="rId109" Type="http://schemas.openxmlformats.org/officeDocument/2006/relationships/slide" Target="slides/slide68.xml"/><Relationship Id="rId110" Type="http://schemas.openxmlformats.org/officeDocument/2006/relationships/slide" Target="slides/slide69.xml"/><Relationship Id="rId111" Type="http://schemas.openxmlformats.org/officeDocument/2006/relationships/slide" Target="slides/slide70.xml"/><Relationship Id="rId112" Type="http://schemas.openxmlformats.org/officeDocument/2006/relationships/slide" Target="slides/slide71.xml"/><Relationship Id="rId113" Type="http://schemas.openxmlformats.org/officeDocument/2006/relationships/slide" Target="slides/slide72.xml"/><Relationship Id="rId114" Type="http://schemas.openxmlformats.org/officeDocument/2006/relationships/slide" Target="slides/slide73.xml"/><Relationship Id="rId118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开场30秒：本次课《正式答辩专场》，80分钟＝2课时×40分钟。课前已发工单+starter+微课知识卡，资讯·计划线上完成。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工单发布话术：'精密制造事业部发来工单Z《综合项目答辩专场》，及格线是功，优秀线看A层标准'——念完发starter。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正式答辩专场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正式答辩专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Z《综合项目答辩专场》——本课工单即考核单元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答辩被问‘脏数据会怎样’你怎么演示？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题目：答辩被问‘脏数据会怎样’你怎么演示？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正式答辩专场（1）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项目演示：现场运行系统、展示输出报告；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项目答辩：架构讲解、技术问答、创新点陈述；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答辩节奏：≤6组按“8分钟演示+5分钟问答”；♡6组切换“5分钟演示+3分钟问答”，且演示视频（≤3分钟）于课前1天预收、教师预看并带问题入场；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多元评价：教师评价+组间互评+企业导师点评；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课程总结与后续课程（《AI应用基础》进阶）衔接说明。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现场运行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问答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必答+抽答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按D/C/B/A四级现场评分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本课决策题：正式答辩流程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实施任务：工单Z《综合项目答辩专场》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正式答辩(8+5分钟)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组间互评+个人反思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提交代码/报告/PPT/视频/贡献表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功能基本完整+能演示主流程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规范率≥95%+架构清晰+创新点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优秀项目现场报名技能竞赛通道，对接《AI应用基础》进阶)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正式答辩(8+5分钟)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组间互评+个人反思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提交代码/报告/PPT/视频/贡献表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每人至少答1题（个人问责，贡献表核对）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提交物齐全：代码/报告/PPT/视频/贡献表zip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一页纸课程反思当堂交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步骤1：正式答辩(8+5分钟)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步骤2：组间互评+个人反思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步骤3：提交代码/报告/PPT/视频/贡献表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微课知识卡：按checklist完成终验自查——应用：见工单starter与（5分钟视频+导学单）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checklist三清单：功能/规范/演示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答辩结构：1分工+5演示+2总结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bad-case预案：评委必点脏数据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正式答辩专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本周主题：按checklist完成终验自查——应用：见工单starter与——5分钟视频+导学单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答辩被问‘脏数据会怎样’你怎么演示？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交付：工单Z《综合项目答辩专场》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