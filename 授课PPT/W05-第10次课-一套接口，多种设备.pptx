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3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7" r:id="rId49"/>
    <p:sldId id="300" r:id="rId52"/>
    <p:sldId id="302" r:id="rId54"/>
    <p:sldId id="307" r:id="rId59"/>
    <p:sldId id="309" r:id="rId61"/>
    <p:sldId id="310" r:id="rId62"/>
    <p:sldId id="312" r:id="rId64"/>
    <p:sldId id="314" r:id="rId66"/>
    <p:sldId id="316" r:id="rId68"/>
    <p:sldId id="317" r:id="rId69"/>
    <p:sldId id="365" r:id="rId80"/>
    <p:sldId id="366" r:id="rId77"/>
    <p:sldId id="367" r:id="rId75"/>
    <p:sldId id="368" r:id="rId84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0" r:id="rId71"/>
    <p:sldId id="371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4" Type="http://schemas.openxmlformats.org/officeDocument/2006/relationships/slide" Target="slides/slide28.xml"/><Relationship Id="rId59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4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80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40.xml"/><Relationship Id="rId71" Type="http://schemas.openxmlformats.org/officeDocument/2006/relationships/slide" Target="slides/slide79.xml"/><Relationship Id="rId72" Type="http://schemas.openxmlformats.org/officeDocument/2006/relationships/slide" Target="slides/slide41.xml"/><Relationship Id="rId73" Type="http://schemas.openxmlformats.org/officeDocument/2006/relationships/slide" Target="slides/slide78.xml"/><Relationship Id="rId74" Type="http://schemas.openxmlformats.org/officeDocument/2006/relationships/slide" Target="slides/slide42.xml"/><Relationship Id="rId75" Type="http://schemas.openxmlformats.org/officeDocument/2006/relationships/slide" Target="slides/slide38.xml"/><Relationship Id="rId76" Type="http://schemas.openxmlformats.org/officeDocument/2006/relationships/slide" Target="slides/slide43.xml"/><Relationship Id="rId77" Type="http://schemas.openxmlformats.org/officeDocument/2006/relationships/slide" Target="slides/slide37.xml"/><Relationship Id="rId78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36.xml"/><Relationship Id="rId81" Type="http://schemas.openxmlformats.org/officeDocument/2006/relationships/slide" Target="slides/slide46.xml"/><Relationship Id="rId82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39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0" Type="http://schemas.openxmlformats.org/officeDocument/2006/relationships/slide" Target="slides/slide74.xml"/><Relationship Id="rId111" Type="http://schemas.openxmlformats.org/officeDocument/2006/relationships/slide" Target="slides/slide75.xml"/><Relationship Id="rId115" Type="http://schemas.openxmlformats.org/officeDocument/2006/relationships/slide" Target="slides/slide76.xml"/><Relationship Id="rId116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开场30秒：本次课《一套接口，多种设备》，80分钟＝2课时×40分钟。课前已发工单+starter+微课知识卡，资讯·计划线上完成。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详解B1·继承is-a：先读定义→场景为什么用它→看代码实例→扩展给A层。C/D层掌握前三格，A层加扩展格。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详解B2·super().__init__：先读定义→场景为什么用它→看代码实例→扩展给A层。C/D层掌握前三格，A层加扩展格。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详解B3·方法覆盖：先读定义→场景为什么用它→看代码实例→扩展给A层。C/D层掌握前三格，A层加扩展格。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详解B4·多态：先读定义→场景为什么用它→看代码实例→扩展给A层。C/D层掌握前三格，A层加扩展格。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详解B5·isinstance判断：先读定义→场景为什么用它→看代码实例→扩展给A层。C/D层掌握前三格，A层加扩展格。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详解B6·docstring文档：先读定义→场景为什么用它→看代码实例→扩展给A层。C/D层掌握前三格，A层加扩展格。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一套接口，多种设备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一套接口，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多种设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0.4《工业设备继承体系》——本课工单即考核单元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目标：能够设计基类与子类继承体系并演示多态调用；能够编写含docstring的规范代码；代码规范率≥80%。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目标：理解“复用与扩展”的系统思维，认识代码复用在大型工业系统中的维护价值。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函数定义与调用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参数与返回值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局部/全局变量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课中检查｜上次课（W4）抽查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能用循环处理10台设备数据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能解释break与continue区别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题目：‘车间’应该继承Device吗？为什么？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任务背景：新采购的PLC和变频器到了，王主任要求新旧设备统一管理。'都是设备，但脾气不同。'——工单0.4：用继承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知识详解：继承is-a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继承is-a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继承=领家族遗产：泵是设备的一种，白得父类全部成员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Pump/Fan/Motor都有编号温度——共性抽到父类不复制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Pump(Device): pass ←一行白得全部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误区：能用'是一种'说出来才继承——'汽车和轮子'是组合不是继承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知识应用（1）：继承：子类复用父类成员(is-a关系)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继承：子类复用父类成员(is-a关系)。在两江智造产线上的用法：见工单starter与教师参考实现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知识详解：super().__init__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super().__init__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super()=先给父类办出厂手续，再办子类自己的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子类新增流量属性时不能丢父类的编号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__init__(self,code,flow): super().__init__(code)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误区：漏super()→父类属性全空——继承第一大坑，自查看print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方法覆盖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覆盖=子类顶替父类同名方法——接口不变行为升级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Pump的start()比Device多一步抽水检查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super().start(); self.抽水检查()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误区：覆盖不是删除父类——super().start()随时可借父类实现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多态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多态=一句口令各自执行：喊start()泵泵抽水风扇扇风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巡检循环不认设备类型——统一接口全启动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d in devices: d.start() 各跑各的start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误区：新增Motor不用改巡检循环——这就是'扩展开放'的开闭原则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知识详解：isinstance判断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isinstance判断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isinstance=查工牌：这台设备是不是泵家族的人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巡检时对Pump特殊处理、其他走通用流程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isinstance(d, Pump): d.check_flow()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误区：满屏isinstance=多态白学——先想能否统一接口替代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知识详解：docstring文档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docstring文档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docstring=技能说明书：三引号一行，help()可查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团队协作规范——别人不读代码就知道怎么用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"""启动设备并写日志"""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误区：注释#是给自己看，docstring是给调用者看——别混用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一套接口，多种设备（1）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多态：统一接口调用不同子类对象；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工单项目0.4实操：设计设备基类+≥2个子类，实现继承与方法覆盖，演示多态调用；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issubclass/isinstance类型判断；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代码规范：docstring文档字符串规范（目标规范率80%）。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多态演练: 循环调用所有设备start()观察差异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isinstance/issubclass类型判断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绘制继承体系类图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多态演示清晰；is-a判断正确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实测: 基类 1 个 / 子类 3 个 / 覆盖 9 处 ｜ super() 协作 6 处（缺口 0）｜ docstring 37/37=100%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多态实测: 一个循环喊 start() 4 次，自有实现的子类 2 个，输出互不相同 4 条 ｜ is-a 判断正文 2376 字（『组合』提及 8 处，达标线见 rules.yaml tiers:）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1 基类 + 2 子类 + 继承覆盖；规范率≥75%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多态调用演示清晰；docstring 齐全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子类；规范率≥90%；覆盖方法内用 super() 协作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且体现「is-a」设计判断（说明为什么不用继承实现某设备）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条（教师答辩时确认）: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多态调用演示讲解是否清晰（『清晰』属口头答辩项，实测只判各自输出确有差异）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提交物核对：继承体系类图照片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工程化项目/w05_device_family/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src/device_family/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w05_device_family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实测: 基类 1 个 / 子类 3 个 / 覆盖 9 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super() 协作 6 处（缺口 0）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docstring 37/37=100%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1 基类 + 2 子类 + 继承覆盖；规范率≥75%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多态调用演示清晰；docstring 齐全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子类；规范率≥90%；覆盖方法内用 super() 协作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且体现「is-a」设计判断（说明为什么不用继承实现某设备）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4 条（代码不代判，答辩现场确认）：多态调用演示讲解是否清晰（『清晰』属口头答辩项，实测只判各自输出确有差异）；提交物核对：继承体系类图照片；课中抽查：能用循环处理 10 台设备数据（口述/白板）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w05_device_family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项目：02-程序设计基础/工程化项目/w05_device_family/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工具/ppt97/evidence/w05_device_family/（capture97.py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用多态写“设备总控台”：一键启停全部设备并输出状态报表)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多态演练: 循环调用所有设备start()观察差异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绘制继承体系类图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多态失效多半是方法名拼错（Start≠start）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VFD.set_freq要限制0-50Hz并给出提示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docstring每个类/方法一行，从今天成习惯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D·学徒（≥60）：继承体验——跟做保底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C·操作员（≥70）：单子类继承——基础完成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B·组长（≥80）：两子类覆盖——标准达成+帮带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A·师傅（≥90）：三子类+类图——进阶拓展+费曼讲解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步骤1：多态演练: 循环调用所有设备start()观察差异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步骤2：isinstance/issubclass类型判断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步骤3：绘制继承体系类图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S7-1200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扫描周期: 8ms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S7-1200: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ABB变频器: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温度变送器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DEV-03 温度变送器: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频率设定 35Hz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微课知识卡：构建基类+两子类继承体系——应用：见工单starter与教师参考（5分钟视频+导学单）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继承：子类复用父类成员(is-a关系)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super().__init__()先完成父类初始化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覆盖：子类同名方法优先执行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一套接口，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多种设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父类属性丢失 · 多态失效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本周主题：构建基类+两子类继承体系——应用：见工单starter与教师参考——5分钟视频+导学单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原因：忘调super().__init__；解决：补上super调用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继承：子类复用父类成员(is-a关系)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知识：继承：子类复用父类成员(is-a关系)；super().__init__()先完；覆盖：子类同名方法优先执行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交付：工单0.4《工业设备继承体系》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