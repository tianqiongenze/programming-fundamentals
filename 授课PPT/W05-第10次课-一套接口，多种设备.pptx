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80"/>
    <p:sldId id="366" r:id="rId77"/>
    <p:sldId id="367" r:id="rId75"/>
    <p:sldId id="368" r:id="rId84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4" Type="http://schemas.openxmlformats.org/officeDocument/2006/relationships/slide" Target="slides/slide32.xml"/><Relationship Id="rId66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5" Type="http://schemas.openxmlformats.org/officeDocument/2006/relationships/slide" Target="slides/slide76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77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开场30秒：本次课《一套接口，多种设备》，80分钟＝2课时×40分钟。课前已发工单+starter+微课知识卡，资讯·计划线上完成。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一套接口，多种设备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一套接口，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多种设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‘车间’应该继承Device吗？为什么？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题目：‘车间’应该继承Device吗？为什么？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一套接口，多种设备（1）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多态：统一接口调用不同子类对象；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工单项目0.4实操：设计设备基类+≥2个子类，实现继承与方法覆盖，演示多态调用；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issubclass/isinstance类型判断；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代码规范：docstring文档字符串规范（目标规范率80%）。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多态演练: 循环调用所有设备start()观察差异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isinstance/issubclass类型判断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绘制继承体系类图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多态演示清晰；is-a判断正确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实测: 基类 1 个 / 子类 3 个 / 覆盖 9 处 ｜ super() 协作 6 处（缺口 0）｜ docstring 37/37=100%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多态实测: 一个循环喊 start() 4 次，自有实现的子类 2 个，输出互不相同 4 条 ｜ is-a 判断正文 2376 字（『组合』提及 8 处，达标线见 rules.yaml tiers:）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1 基类 + 2 子类 + 继承覆盖；规范率≥75%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多态调用演示清晰；docstring 齐全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子类；规范率≥90%；覆盖方法内用 super() 协作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且体现「is-a」设计判断（说明为什么不用继承实现某设备）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多态调用演示讲解是否清晰（『清晰』属口头答辩项，实测只判各自输出确有差异）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提交物核对：继承体系类图照片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用多态写“设备总控台”：一键启停全部设备并输出状态报表)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多态演练: 循环调用所有设备start()观察差异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isinstance/issubclass类型判断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绘制继承体系类图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多态失效多半是方法名拼错（Start≠start）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VFD.set_freq要限制0-50Hz并给出提示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docstring每个类/方法一行，从今天成习惯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步骤1：多态演练: 循环调用所有设备start()观察差异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步骤2：isinstance/issubclass类型判断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步骤3：绘制继承体系类图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微课知识卡：构建基类+两子类继承体系——应用：见工单starter与教师参考（5分钟视频+导学单）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继承：子类复用父类成员(is-a关系)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super().__init__()先完成父类初始化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覆盖：子类同名方法优先执行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一套接口，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多种设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本周主题：构建基类+两子类继承体系——应用：见工单starter与教师参考——5分钟视频+导学单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‘车间’应该继承Device吗？为什么？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w05_device_family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实测: 基类 1 个 / 子类 3 个 / 覆盖 9 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super() 协作 6 处（缺口 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docstring 37/37=100%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1 基类 + 2 子类 + 继承覆盖；规范率≥75%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多态调用演示清晰；docstring 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子类；规范率≥90%；覆盖方法内用 super() 协作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且体现「is-a」设计判断（说明为什么不用继承实现某设备）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4 条（代码不代判，答辩现场确认）：多态调用演示讲解是否清晰（『清晰』属口头答辩项，实测只判各自输出确有差异）；提交物核对：继承体系类图照片；课中抽查：能用循环处理 10 台设备数据（口述/白板）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w05_device_family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项目：02-程序设计基础/工程化项目/w05_device_family/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工具/ppt97/evidence/w05_device_family/（capture97.py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