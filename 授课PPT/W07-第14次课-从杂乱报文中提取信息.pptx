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79"/>
    <p:sldId id="365" r:id="rId76"/>
    <p:sldId id="366" r:id="rId83"/>
    <p:sldId id="367" r:id="rId74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4" Type="http://schemas.openxmlformats.org/officeDocument/2006/relationships/slide" Target="slides/slide77.xml"/><Relationship Id="rId75" Type="http://schemas.openxmlformats.org/officeDocument/2006/relationships/slide" Target="slides/slide41.xml"/><Relationship Id="rId76" Type="http://schemas.openxmlformats.org/officeDocument/2006/relationships/slide" Target="slides/slide37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7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4" Type="http://schemas.openxmlformats.org/officeDocument/2006/relationships/slide" Target="slides/slide74.xml"/><Relationship Id="rId115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开场30秒：本次课《从杂乱报文中提取信息》，80分钟＝2课时×40分钟。课前已发工单+starter+微课知识卡，资讯·计划线上完成。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从杂乱报文中提取信息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从杂乱报文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中提取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容器选型三问：要序？要查？要去重？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题目：容器选型三问：要序？要查？要去重？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从杂乱报文中提取信息（1）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字符串处理：split/join/strip/replace；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正则表达式基础：re.match、re.search、re.findall、常用模式（数字、字母、中文）；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工单项目1.1实操：编写工业数据格式转换工具（正则提取关键字段+容器组织数据）；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综合演练：解析“设备ID:压力值:状态”格式的报文串。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批量转换文件并统计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异常报文(缺字段/乱序)容错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决策矩阵拍照入工单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批量转换+统计+规范率≥90%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解析成功格式 csv/json/kv（正则 kv 通道 2 条）｜ 字典结构统一: 是 ｜ 隔离 2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批量转换实测: 样本 3 个文件 / 7 行 → 成功 5 失败 2，产物回读 5 行（统计与产物逐行核对）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处理≥2 种格式 + 使用正则（kv 通道实测走通）；规范率≥75%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三种格式全通；字典结构统一（实测键集合一致）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种格式 + 容错（缺字段/乱序报文实测通过）；规范率≥90%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且批量转换多个样本文件并输出转换统计（实测计数）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课堂决策矩阵（列表/字典/集合选型）工单填写照片核对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课中抽查：能 import random 生成测试数据（口述/白板）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转换器做成命令行工具：python conv.py input.txt --fmt=csv)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批量转换文件并统计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异常报文(缺字段/乱序)容错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决策矩阵拍照入工单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strip()去首尾空格，否则键名带空格查不到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JSON的json.loads只吃合法串，先判空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批量转换输出统计：成功/失败计数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步骤1：批量转换文件并统计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步骤2：异常报文(缺字段/乱序)容错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步骤3：决策矩阵拍照入工单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微课知识卡：正则解析报文键值对——应用：见工单starter与教师参考实现（5分钟视频+导学单）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列表有序可重复；字典键值O(1)查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集合自动去重；元组不可变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正则八积木：\d \w + * [] 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从杂乱报文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中提取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本周主题：正则解析报文键值对——应用：见工单starter与教师参考实现——5分钟视频+导学单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容器选型三问：要序？要查？要去重？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w07_packet_parser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解析成功格式 csv/json/kv（正则 kv 通道 2 条）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字典结构统一: 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隔离 2 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处理≥2 种格式 + 使用正则（kv 通道实测走通）；规范率≥75%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三种格式全通；字典结构统一（实测键集合一致）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种格式 + 容错（缺字段/乱序报文实测通过）；规范率≥90%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且批量转换多个样本文件并输出转换统计（实测计数）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条（代码不代判，答辩现场确认）：课堂决策矩阵（列表/字典/集合选型）工单填写照片核对；课中抽查：能 import random 生成测试数据（口述/白板）；提交物核对：转换输出样例与 report.txt 实测行一致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w07_packet_parser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项目：02-程序设计基础/工程化项目/w07_packet_parser/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工具/ppt97/evidence/w07_packet_parser/（capture97.py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