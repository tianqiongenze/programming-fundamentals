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7" r:id="rId49"/>
    <p:sldId id="299" r:id="rId51"/>
    <p:sldId id="301" r:id="rId53"/>
    <p:sldId id="302" r:id="rId54"/>
    <p:sldId id="306" r:id="rId58"/>
    <p:sldId id="308" r:id="rId60"/>
    <p:sldId id="309" r:id="rId61"/>
    <p:sldId id="313" r:id="rId65"/>
    <p:sldId id="314" r:id="rId66"/>
    <p:sldId id="315" r:id="rId67"/>
    <p:sldId id="316" r:id="rId68"/>
    <p:sldId id="364" r:id="rId79"/>
    <p:sldId id="365" r:id="rId76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5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8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6" Type="http://schemas.openxmlformats.org/officeDocument/2006/relationships/slide" Target="slides/slide37.xml"/><Relationship Id="rId77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4" Type="http://schemas.openxmlformats.org/officeDocument/2006/relationships/slide" Target="slides/slide74.xml"/><Relationship Id="rId115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开场30秒：本次课《从杂乱报文中提取信息》，80分钟＝2课时×40分钟。课前已发工单+starter+微课知识卡，资讯·计划线上完成。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详解B1·列表与字典选型：先读定义→场景为什么用它→看代码实例→扩展给A层。C/D层掌握前三格，A层加扩展格。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详解B2·集合与元组：先读定义→场景为什么用它→看代码实例→扩展给A层。C/D层掌握前三格，A层加扩展格。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详解B3·正则八积木：先读定义→场景为什么用它→看代码实例→扩展给A层。C/D层掌握前三格，A层加扩展格。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详解B4·re三方法：先读定义→场景为什么用它→看代码实例→扩展给A层。C/D层掌握前三格，A层加扩展格。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详解B5·r前缀防转义：先读定义→场景为什么用它→看代码实例→扩展给A层。C/D层掌握前三格，A层加扩展格。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详解B6·统一schema：先读定义→场景为什么用它→看代码实例→扩展给A层。C/D层掌握前三格，A层加扩展格。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现场演示《报文正则解析》：三步走——先整段跑通看结果，再逐行讲关键语句，最后现场改一个参数看输出变化（演10分钟的核心素材）。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错误速查：现场演示第一条——制造「正则把整行吞了」，带着学生按'现象→原因→解决'三步排查。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从杂乱报文中提取信息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从杂乱报文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中提取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正则八积木：\d \w + * [] () · re.match/findall/search三方法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1.1《工业数据格式转换工具》——本课工单即考核单元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目标：体会“选择合适数据结构”对程序清晰度的影响，培养数据组织的设计意识。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容器选型三问：要序？要查？要去重？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列表操作(增删改查/切片)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列表推导式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能import random生成测试数据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能用try-except捕获文件异常（中期诊断周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题目：容器选型三问：要序？要查？要去重？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任务背景：车间数据三张皮：设备报文、CSV台账、JSON配置互不相认。集团数据中台来函要求统一格式上报——工单1.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列表与字典选型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devs=['PUMP-03','FAN-02']; 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知识详解：集合与元组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集合与元组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设备类型去重；坐标/配置等只读数据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set(['PUMP','PUMP','FAN'])→{'PUMP','FAN'}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知识详解：正则八积木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正则八积木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从日志里抠设备编号/温度——字符串里的寻人启事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r'DEV-\d+' 一眼匹配 DEV-001/DEV-002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知识详解：re三方法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re三方法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match=从头核身份/findall=全城搜人/search=全城找第一个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匹配与提取分开选：提取用findall最常用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re.findall(r'\d+\.\d+', log) 抠出所有小数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误区：match匹配不到返回None不是报错——先判None再用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知识详解：r前缀防转义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r前缀防转义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r前缀='原样念'：\d不被Python抢先翻译一层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写正则不加r会遭双倍转义噩梦——r是正则标配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r'\d+' 等价 '\\d+'——前者人类可读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误区：Windows路径同理用r'C:\data'——少一半反斜杠烦恼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知识详解：统一schema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统一schema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统一schema=进港集装箱规格统一——码头只认一种箱型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Modbus/CSV/MQTT三源数据→统一成标准字典再进下游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统一为 {'code':…,'ts':…,'metrics':{…}}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误区：边接边改格式=下游每接一源改一版——适配做在入口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知识应用（6）：统一schema：多源输入→标准字典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统一schema：多源输入→标准字典。在两江智造产线上的用法：见工单starter与教师参考实现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CSV/JSON双格式解析——应用：见工单starter与教师参考实现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三格式统一映射标准结构——应用：见工单starter与教师参考实现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按决策矩阵完成容器选型——应用：见工单starter与教师参考实现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从杂乱报文中提取信息（1）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字符串处理：split/join/strip/replace；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正则表达式基础：re.match、re.search、re.findall、常用模式（数字、字母、中文）；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工单项目1.1实操：编写工业数据格式转换工具（正则提取关键字段+容器组织数据）；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综合演练：解析“设备ID:压力值:状态”格式的报文串。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关键代码：报文正则解析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msg = "DEV-01:temp=56.3C;press=0.45MPa;status=RUN"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 = re.match(r"([A-Z]+-\d+):", msg).group(1)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kv = re.findall(r"(\w+)=([\d.]+|\w+)", msg)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metrics = {k: float(v) if re.fullmatch(r"[\d.]+", v) else 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for k, v in kv}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数据形态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列表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字典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集合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有序重复测点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设备→参数映射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去重设备ID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批量转换文件并统计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异常报文(缺字段/乱序)容错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决策矩阵拍照入工单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批量转换+统计+规范率≥90%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工程化项目/w07_packet_parser/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src/packet_parser/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正则体验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\d+改\d{2}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观察匹配变化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能改模式匹配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双格式解析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能出标准字典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三格式全通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报文正则解析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CSV/JSON解析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统一{device_id,metrics}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结构统一无错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容错解析器+批量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缺字段置None容错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批量转换文件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输出成功率统计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3格式+成功率统计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转换器做成命令行工具：python conv.py input.txt --fmt=csv)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批量转换文件并统计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异常报文(缺字段/乱序)容错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决策矩阵拍照入工单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strip()去首尾空格，否则键名带空格查不到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JSON的json.loads只吃合法串，先判空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批量转换输出统计：成功/失败计数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正则把整行吞了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贪婪.*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用[\d.]+限定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键名带空格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切分后strip()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str当float用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忘了转换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数值字段float()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D·学徒（≥60）：正则体验——跟做保底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C·操作员（≥70）：双格式解析——基础完成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B·组长（≥80）：三格式全通——标准达成+帮带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A·师傅（≥90）：容错解析器+批量——进阶拓展+费曼讲解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步骤1：批量转换文件并统计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步骤2：异常报文(缺字段/乱序)容错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步骤3：决策矩阵拍照入工单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微课知识卡：正则解析报文键值对——应用：见工单starter与教师参考实现（5分钟视频+导学单）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列表有序可重复；字典键值O(1)查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集合自动去重；元组不可变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正则八积木：\d \w + * [] 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从杂乱报文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中提取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正则把整行吞了 · 键名带空格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本周主题：正则解析报文键值对——应用：见工单starter与教师参考实现——5分钟视频+导学单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容器选型三问：要序？要查？要去重？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排错题：出现「正则把整行吞了」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原因：贪婪.*；解决：用[\d.]+限定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列表有序可重复；字典键值O(1)查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知识：列表有序可重复；字典键值O(1)查；集合自动去重；元组不可变；正则八积木：\d \w + * [] (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交付：工单1.1《工业数据格式转换工具》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