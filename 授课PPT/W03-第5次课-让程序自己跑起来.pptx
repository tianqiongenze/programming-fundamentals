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74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81"/>
    <p:sldId id="367" r:id="rId78"/>
    <p:sldId id="368" r:id="rId85"/>
    <p:sldId id="369" r:id="rId76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  <p:sldId id="371" r:id="rId72"/>
    <p:sldId id="372" r:id="rId6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3" Type="http://schemas.openxmlformats.org/officeDocument/2006/relationships/slide" Target="slides/slide33.xml"/><Relationship Id="rId65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82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2.xml"/><Relationship Id="rId72" Type="http://schemas.openxmlformats.org/officeDocument/2006/relationships/slide" Target="slides/slide81.xml"/><Relationship Id="rId73" Type="http://schemas.openxmlformats.org/officeDocument/2006/relationships/slide" Target="slides/slide43.xml"/><Relationship Id="rId74" Type="http://schemas.openxmlformats.org/officeDocument/2006/relationships/slide" Target="slides/slide80.xml"/><Relationship Id="rId75" Type="http://schemas.openxmlformats.org/officeDocument/2006/relationships/slide" Target="slides/slide44.xml"/><Relationship Id="rId76" Type="http://schemas.openxmlformats.org/officeDocument/2006/relationships/slide" Target="slides/slide41.xml"/><Relationship Id="rId77" Type="http://schemas.openxmlformats.org/officeDocument/2006/relationships/slide" Target="slides/slide45.xml"/><Relationship Id="rId78" Type="http://schemas.openxmlformats.org/officeDocument/2006/relationships/slide" Target="slides/slide39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1" Type="http://schemas.openxmlformats.org/officeDocument/2006/relationships/slide" Target="slides/slide38.xml"/><Relationship Id="rId82" Type="http://schemas.openxmlformats.org/officeDocument/2006/relationships/slide" Target="slides/slide48.xml"/><Relationship Id="rId83" Type="http://schemas.openxmlformats.org/officeDocument/2006/relationships/slide" Target="slides/slide49.xml"/><Relationship Id="rId84" Type="http://schemas.openxmlformats.org/officeDocument/2006/relationships/slide" Target="slides/slide50.xml"/><Relationship Id="rId85" Type="http://schemas.openxmlformats.org/officeDocument/2006/relationships/slide" Target="slides/slide4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0" Type="http://schemas.openxmlformats.org/officeDocument/2006/relationships/slide" Target="slides/slide65.xml"/><Relationship Id="rId101" Type="http://schemas.openxmlformats.org/officeDocument/2006/relationships/slide" Target="slides/slide66.xml"/><Relationship Id="rId102" Type="http://schemas.openxmlformats.org/officeDocument/2006/relationships/slide" Target="slides/slide67.xml"/><Relationship Id="rId103" Type="http://schemas.openxmlformats.org/officeDocument/2006/relationships/slide" Target="slides/slide68.xml"/><Relationship Id="rId104" Type="http://schemas.openxmlformats.org/officeDocument/2006/relationships/slide" Target="slides/slide69.xml"/><Relationship Id="rId105" Type="http://schemas.openxmlformats.org/officeDocument/2006/relationships/slide" Target="slides/slide70.xml"/><Relationship Id="rId106" Type="http://schemas.openxmlformats.org/officeDocument/2006/relationships/slide" Target="slides/slide71.xml"/><Relationship Id="rId107" Type="http://schemas.openxmlformats.org/officeDocument/2006/relationships/slide" Target="slides/slide72.xml"/><Relationship Id="rId108" Type="http://schemas.openxmlformats.org/officeDocument/2006/relationships/slide" Target="slides/slide73.xml"/><Relationship Id="rId109" Type="http://schemas.openxmlformats.org/officeDocument/2006/relationships/slide" Target="slides/slide74.xml"/><Relationship Id="rId110" Type="http://schemas.openxmlformats.org/officeDocument/2006/relationships/slide" Target="slides/slide75.xml"/><Relationship Id="rId111" Type="http://schemas.openxmlformats.org/officeDocument/2006/relationships/slide" Target="slides/slide76.xml"/><Relationship Id="rId112" Type="http://schemas.openxmlformats.org/officeDocument/2006/relationships/slide" Target="slides/slide77.xml"/><Relationship Id="rId116" Type="http://schemas.openxmlformats.org/officeDocument/2006/relationships/slide" Target="slides/slide78.xml"/><Relationship Id="rId117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开场30秒：本次课《让程序自己跑起来》，80分钟＝2课时×40分钟。课前已发工单+starter+微课知识卡，资讯·计划线上完成。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让程序自己跑起来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让程序自己跑起来（1）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for循环与range()：遍历设备参数列表；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while循环与退出条件：持续监测的模拟；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break/continue的使用场景与误用警示；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循环优化：减少重复计算、避免死循环。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列表+字典组织3台设备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双层循环: 设备×10周期(random模拟)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check_device/alarm两函数封装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统计报告正确；函数≤15行/个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函数 12 个（最长体 15 行）｜ docstring 覆盖 12/12 ｜ 循环实测 3 台×10 周期 = 30 样本 ｜ while 最长 10 轮（约定上限 10）｜ W02→W03 对照: 判级 ≥ 比较点 13→6 处 ｜ 判级函数 3→1 个（check_device）｜ core 有效行 106→113 ｜ 对比文档 docs/09-函数化收益对比-W02到W03.md（3060 字符）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循环跑通（设备×周期双层 for 实跑）+ 2 函数 check_device/alarm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统计报告正确（逐台复算核对）；无死循环风险（有界实测）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规范率门槛≥85% [达标] ｜ 功能OK ｜ 函数职责清晰（每个函数≤15 行，AST 实测）；注释清晰（docstring 全覆盖）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规范率门槛≥85% [达标] ｜ 功能OK ｜ 达 B 且重构 W02 代码对比说明「函数化收益」（对照数字实测）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1 条，教师答辩时确认: 「函数化收益」的取舍口头解释（对照数字已实测：判级比较点/函数数/行数）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双层循环 + 两个具名函数（check_device / alarm）跑通 3 台 × 10 周期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while 版三重退出条件，实测无死循环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优(A)；人工答辩项 1 条（教师答辩时确认）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函数 12 个（最长体 15 行）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docstring 覆盖 12/12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循环实测 3 台×10 周期 = 30 样本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while 最长 10 轮（约定上限 10）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W02→W03 对照: 判级 ≥ 比较点 13→6 处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循环跑通（设备×周期双层 for 实跑）+ 2 函数 check_device/alarm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统计报告正确（逐台复算核对）；无死循环风险（有界实测）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函数职责清晰（每个函数≤15 行，AST 实测）；注释清晰（docstring 全覆盖）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且重构 W02 代码对比说明「函数化收益」（对照数字实测）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8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项目：02-程序设计基础/工程化项目/w03_patrol_loop/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工具/ppt97/evidence/w03_patrol_loop/（capture97.py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while版持续监测：温度连续3次≥95才停机（防抖动设计）)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列表+字典组织3台设备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双层循环: 设备×10周期(random模拟)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check_device/alarm两函数封装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random.seed(42)固定，否则每次结果不同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random.uniform(-8,15)制造偶发超限，贴近真实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break只跳一层循环，嵌套时想清楚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步骤1：列表+字典组织3台设备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步骤2：双层循环: 设备×10周期(random模拟)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步骤3：check_device/alarm两函数封装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微课知识卡：双层循环模拟多设备多周期——应用：见工单starter与教师参考（5分钟视频+导学单）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for+range遍历；while满足条件循环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break跳出一层/continue跳过本轮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循环三要素：初始化/条件/更新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本周主题：双层循环模拟多设备多周期——应用：见工单starter与教师参考——5分钟视频+导学单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