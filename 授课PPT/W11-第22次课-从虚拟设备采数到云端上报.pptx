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7" r:id="rId49"/>
    <p:sldId id="300" r:id="rId52"/>
    <p:sldId id="303" r:id="rId55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66" r:id="rId81"/>
    <p:sldId id="367" r:id="rId78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5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8.xml"/><Relationship Id="rId73" Type="http://schemas.openxmlformats.org/officeDocument/2006/relationships/slide" Target="slides/slide39.xml"/><Relationship Id="rId75" Type="http://schemas.openxmlformats.org/officeDocument/2006/relationships/slide" Target="slides/slide40.xml"/><Relationship Id="rId77" Type="http://schemas.openxmlformats.org/officeDocument/2006/relationships/slide" Target="slides/slide41.xml"/><Relationship Id="rId78" Type="http://schemas.openxmlformats.org/officeDocument/2006/relationships/slide" Target="slides/slide37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36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1" Type="http://schemas.openxmlformats.org/officeDocument/2006/relationships/slide" Target="slides/slide62.xml"/><Relationship Id="rId102" Type="http://schemas.openxmlformats.org/officeDocument/2006/relationships/slide" Target="slides/slide63.xml"/><Relationship Id="rId103" Type="http://schemas.openxmlformats.org/officeDocument/2006/relationships/slide" Target="slides/slide64.xml"/><Relationship Id="rId104" Type="http://schemas.openxmlformats.org/officeDocument/2006/relationships/slide" Target="slides/slide65.xml"/><Relationship Id="rId105" Type="http://schemas.openxmlformats.org/officeDocument/2006/relationships/slide" Target="slides/slide66.xml"/><Relationship Id="rId106" Type="http://schemas.openxmlformats.org/officeDocument/2006/relationships/slide" Target="slides/slide67.xml"/><Relationship Id="rId107" Type="http://schemas.openxmlformats.org/officeDocument/2006/relationships/slide" Target="slides/slide68.xml"/><Relationship Id="rId108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Relationship Id="rId111" Type="http://schemas.openxmlformats.org/officeDocument/2006/relationships/slide" Target="slides/slide72.xml"/><Relationship Id="rId112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开场30秒：本次课《从虚拟设备采数到云端上报》，80分钟＝2课时×40分钟。课前已发工单+starter+微课知识卡，资讯·计划线上完成。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详解B1·Modbus寄存器：先读定义→场景为什么用它→看代码实例→扩展给A层。C/D层掌握前三格，A层加扩展格。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详解B2·定点存储约定：先读定义→场景为什么用它→看代码实例→扩展给A层。C/D层掌握前三格，A层加扩展格。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详解B3·pymodbus读寄存器：先读定义→场景为什么用它→看代码实例→扩展给A层。C/D层掌握前三格，A层加扩展格。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详解B4·MQTT主题路由：先读定义→场景为什么用它→看代码实例→扩展给A层。C/D层掌握前三格，A层加扩展格。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详解B5·JSON消息含时间戳：先读定义→场景为什么用它→看代码实例→扩展给A层。C/D层掌握前三格，A层加扩展格。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详解B6·排错三步法：先读定义→场景为什么用它→看代码实例→扩展给A层。C/D层掌握前三格，A层加扩展格。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从虚拟设备采数到云端上报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从虚拟设备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采数到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1.5《工业互联网数据采集系统》——本课工单即考核单元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目标：能够完成Modbus连接读取与MQTT消息发布；能够编写完整的工业互联网数据采集系统；代码规范率≥90%。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目标：建立网络通信的调试排障思维（连通性→配置→代码），培养工业现场“协议就是语言”的规范意识。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悦读启航，领悟人生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继承(子类/super)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多态初步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课中检查｜上次课（W10）抽查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能定义Device类并实例化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能解释self的含义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题目：pymodbus 3.x返回值怎么取数？publish后立刻退出会怎样？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任务背景：数字化转型办终于把边缘网关接到了车间，Modbus口和MQTT通道都通了（本地模拟环境）。'最后一公里交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知识详解：Modbus寄存器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Modbus寄存器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寄存器=PLC的储物柜编号：40001起按地址读数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五测点(温度/压力/振动/转速/状态)固定地址——通信的门牌号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client.read_holding_registers(address=0, count=5)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误区：地址从0还是40001起两派之争——以server文档为准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知识应用（1）：Modbus寄存器：40001-40005五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Modbus寄存器：40001-40005五测点。在两江智造产线上的用法：见工单starter与教师参考实现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知识详解：定点存储约定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定点存储约定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定点=小数×10存整数：678其实是67.8℃——PLC不存小数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行业惯例：约定小数位，通信只传整数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raw=678 → real=raw/10 → 67.8℃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误区：忘除倍率→温度高10倍——对不上先查约定倍率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知识详解：pymodbus读寄存器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pymodbus读寄存器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pymodbus=Python的Modbus翻译官——一行读PLC寄存器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 TCP读PLC保持寄存器——采集主链路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rr = client.read_holding_registers(0,5)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误区：3.x必须关键字传参(address=/count=)——照2.x旧码抄报错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知识详解：MQTT主题路由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MQTT主题路由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MQTT=广播电台：主题=频道，发布订阅各取所需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一个采集器发布，多个监控端订阅——一对多广播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publish('device/1/status', json_msg)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误区：主题乱起名难管理——层级命名device/1/status是惯例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知识详解：JSON消息含时间戳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JSON消息含时间戳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ts时间戳=消息的出生证明——排序追溯全靠它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监控端按时间画曲线/排查先后顺序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msg={'id':'DEV-1','ts':time.time(),…}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误区：靠接收时间排序——网络延迟会歪曲时序，ts放消息体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知识详解：排错三步法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排错三步法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排错三步=从外到内剥洋葱：ping通→端口通→代码通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网络采集故障的分层排查——每层排除再进下一层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ping 192.168.x.x → 测502端口 → 查pymodbus报错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误区：一上来改代码——先ping再说，80%是网络层的事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从虚拟设备采数到云端上报（1）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pymodbus读取虚拟PLC寄存器数据；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paho-mqtt连接Broker、发布/订阅主题；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工单项目1.5实操：Modbus定时采集+MQTT上报的完整数据采集系统；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末期复习：核心知识点串讲与综合项目答疑。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决策：异常策略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连接失败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重试1次+日志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数据越界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标记上报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本课决策题：决策：异常策略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paho-mqtt连接本地代理发布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断线重试+异常日志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末期复习自测20题+综合项目选题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断线重连+回环验证+规范率≥90%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上报: {"device_id": "DEV-1", "ts": "21:00:40", "metrics": {"temp_…  ×5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工程化项目/w11_telemetry_upload/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src/telemetry_upload/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综合项目启动：选题四选一+ABCD分工表+Git仓库初始化)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paho-mqtt连接本地代理发布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断线重试+异常日志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末期复习自测20题+综合项目选题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publish后sleep 0.3再退出，防消息未发出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loop_start()与loop_stop()成对出现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末期复习：对照知识清单自测20题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D·学徒（≥60）：模拟器体验——跟做保底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C·操作员（≥70）：单次采集——基础完成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B·组长（≥80）：五轮采集上报——标准达成+帮带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A·师傅（≥90）：回环验证+重连——进阶拓展+费曼讲解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步骤1：paho-mqtt连接本地代理发布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步骤2：断线重试+异常日志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步骤3：末期复习自测20题+综合项目选题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上报: {"device_id": "DEV-1", "ts": "21:00:40", "metrics": {"temp_…  ×5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微课知识卡：连接虚拟PLC读取寄存器——应用：见工单starter与教师参考（5分钟视频+导学单）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Modbus寄存器：40001-40005五测点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数值×10定点存储：678=67.8℃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pymodbus：read_holding_registers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从虚拟设备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采数到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连不上PLC · 数值大10倍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本周主题：连接虚拟PLC读取寄存器——应用：见工单starter与教师参考——5分钟视频+导学单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原因：模拟器没启动；解决：先跑虚拟产线--check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Modbus寄存器：40001-40005五测点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知识：Modbus寄存器：40001-4000；数值×10定点存储：678=67.8℃；pymodbus：read_holdin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交付：工单1.5《工业互联网数据采集系统》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