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77.xml"/><Relationship Id="rId75" Type="http://schemas.openxmlformats.org/officeDocument/2006/relationships/slide" Target="slides/slide40.xml"/><Relationship Id="rId76" Type="http://schemas.openxmlformats.org/officeDocument/2006/relationships/slide" Target="slides/slide76.xml"/><Relationship Id="rId77" Type="http://schemas.openxmlformats.org/officeDocument/2006/relationships/slide" Target="slides/slide41.xml"/><Relationship Id="rId78" Type="http://schemas.openxmlformats.org/officeDocument/2006/relationships/slide" Target="slides/slide37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36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6" Type="http://schemas.openxmlformats.org/officeDocument/2006/relationships/slide" Target="slides/slide74.xml"/><Relationship Id="rId117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开场30秒：本次课《从虚拟设备采数到云端上报》，80分钟＝2课时×40分钟。课前已发工单+starter+微课知识卡，资讯·计划线上完成。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从虚拟设备采数到云端上报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从虚拟设备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采数到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pymodbus 3.x返回值怎么取数？publish后立刻退出会怎样？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题目：pymodbus 3.x返回值怎么取数？publish后立刻退出会怎样？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从虚拟设备采数到云端上报（1）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pymodbus读取虚拟PLC寄存器数据；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paho-mqtt连接Broker、发布/订阅主题；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工单项目1.5实操：Modbus定时采集+MQTT上报的完整数据采集系统；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末期复习：核心知识点串讲与综合项目答疑。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决策：异常策略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连接失败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重试1次+日志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数据越界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标记上报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本课决策题：决策：异常策略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paho-mqtt连接本地代理发布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断线重试+异常日志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末期复习自测20题+综合项目选题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断线重连+回环验证+规范率≥90%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采集 5/5 轮｜JSON 规范 ｜ Modbus 实跑成功 ｜ MQTT 实跑成功 ｜ 重连尝试 2 次｜ERROR 日志 1 条｜回环回执 1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Modbus 读取成功 + MQTT 发布成功（真实 TCP 协议栈）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5 轮采集完整；JSON 结构规范（id/ts/metrics）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断线重连实测（尝试≥2 次且重连成功）；异常日志清晰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且订阅回环收到回执（载荷逐字节一致并打印）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（人工答辩项，机器不代判）采集/上报运行日志截图归档提交（工单提交物）；寄存器地址与工程值换算口径和现场 PLC 核对（答辩）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'宁可慢不可丢'：失败批次可追溯、可补传（pending.json）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综合项目启动：选题四选一+ABCD分工表+Git仓库初始化)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paho-mqtt连接本地代理发布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断线重试+异常日志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末期复习自测20题+综合项目选题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publish后sleep 0.3再退出，防消息未发出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loop_start()与loop_stop()成对出现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末期复习：对照知识清单自测20题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步骤1：paho-mqtt连接本地代理发布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步骤2：断线重试+异常日志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步骤3：末期复习自测20题+综合项目选题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微课知识卡：连接虚拟PLC读取寄存器——应用：见工单starter与教师参考（5分钟视频+导学单）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Modbus寄存器：40001-40005五测点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数值×10定点存储：678=67.8℃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pymodbus：read_holding_registers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从虚拟设备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采数到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本周主题：连接虚拟PLC读取寄存器——应用：见工单starter与教师参考——5分钟视频+导学单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pymodbus 3.x返回值怎么取数？publish后立刻退出会怎样？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采集 5/5 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JSON 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Modbus 实跑成功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MQTT 实跑成功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重连尝试 2 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Modbus 读取成功 + MQTT 发布成功（真实 TCP 协议栈）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5 轮采集完整；JSON 结构规范（id/ts/metrics）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断线重连实测（尝试≥2 次且重连成功）；异常日志清晰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且订阅回环收到回执（载荷逐字节一致并打印）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项目：02-程序设计基础/工程化项目/w11_telemetry_upload/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工具/ppt97/evidence/w11_telemetry_upload/（capture97.py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