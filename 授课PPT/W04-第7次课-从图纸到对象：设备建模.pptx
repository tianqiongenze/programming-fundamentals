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3" r:id="rId45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79"/>
    <p:sldId id="368" r:id="rId82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1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6" Type="http://schemas.openxmlformats.org/officeDocument/2006/relationships/slide" Target="slides/slide32.xml"/><Relationship Id="rId68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8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8" Type="http://schemas.openxmlformats.org/officeDocument/2006/relationships/slide" Target="slides/slide41.xml"/><Relationship Id="rId79" Type="http://schemas.openxmlformats.org/officeDocument/2006/relationships/slide" Target="slides/slide36.xml"/><Relationship Id="rId80" Type="http://schemas.openxmlformats.org/officeDocument/2006/relationships/slide" Target="slides/slide42.xml"/><Relationship Id="rId81" Type="http://schemas.openxmlformats.org/officeDocument/2006/relationships/slide" Target="slides/slide43.xml"/><Relationship Id="rId82" Type="http://schemas.openxmlformats.org/officeDocument/2006/relationships/slide" Target="slides/slide37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5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98" Type="http://schemas.openxmlformats.org/officeDocument/2006/relationships/slide" Target="slides/slide58.xml"/><Relationship Id="rId99" Type="http://schemas.openxmlformats.org/officeDocument/2006/relationships/slide" Target="slides/slide59.xml"/><Relationship Id="rId100" Type="http://schemas.openxmlformats.org/officeDocument/2006/relationships/slide" Target="slides/slide60.xml"/><Relationship Id="rId101" Type="http://schemas.openxmlformats.org/officeDocument/2006/relationships/slide" Target="slides/slide61.xml"/><Relationship Id="rId102" Type="http://schemas.openxmlformats.org/officeDocument/2006/relationships/slide" Target="slides/slide62.xml"/><Relationship Id="rId103" Type="http://schemas.openxmlformats.org/officeDocument/2006/relationships/slide" Target="slides/slide63.xml"/><Relationship Id="rId104" Type="http://schemas.openxmlformats.org/officeDocument/2006/relationships/slide" Target="slides/slide64.xml"/><Relationship Id="rId105" Type="http://schemas.openxmlformats.org/officeDocument/2006/relationships/slide" Target="slides/slide65.xml"/><Relationship Id="rId106" Type="http://schemas.openxmlformats.org/officeDocument/2006/relationships/slide" Target="slides/slide66.xml"/><Relationship Id="rId107" Type="http://schemas.openxmlformats.org/officeDocument/2006/relationships/slide" Target="slides/slide67.xml"/><Relationship Id="rId108" Type="http://schemas.openxmlformats.org/officeDocument/2006/relationships/slide" Target="slides/slide68.xml"/><Relationship Id="rId109" Type="http://schemas.openxmlformats.org/officeDocument/2006/relationships/slide" Target="slides/slide69.xml"/><Relationship Id="rId110" Type="http://schemas.openxmlformats.org/officeDocument/2006/relationships/slide" Target="slides/slide70.xml"/><Relationship Id="rId111" Type="http://schemas.openxmlformats.org/officeDocument/2006/relationships/slide" Target="slides/slide71.xml"/><Relationship Id="rId112" Type="http://schemas.openxmlformats.org/officeDocument/2006/relationships/slide" Target="slides/slide72.xml"/><Relationship Id="rId113" Type="http://schemas.openxmlformats.org/officeDocument/2006/relationships/slide" Target="slides/slide73.xml"/><Relationship Id="rId117" Type="http://schemas.openxmlformats.org/officeDocument/2006/relationships/slide" Target="slides/slide74.xml"/><Relationship Id="rId118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开场30秒：本次课《从图纸到对象：设备建模》，80分钟＝2课时×40分钟。课前已发工单+starter+微课知识卡，资讯·计划线上完成。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详解B1·类与实例：先读定义→场景为什么用它→看代码实例→扩展给A层。C/D层掌握前三格，A层加扩展格。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详解B2·__init__与self：先读定义→场景为什么用它→看代码实例→扩展给A层。C/D层掌握前三格，A层加扩展格。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详解B3·实例属性：先读定义→场景为什么用它→看代码实例→扩展给A层。C/D层掌握前三格，A层加扩展格。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详解B4·方法调用：先读定义→场景为什么用它→看代码实例→扩展给A层。C/D层掌握前三格，A层加扩展格。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详解B5·__str__可读化：先读定义→场景为什么用它→看代码实例→扩展给A层。C/D层掌握前三格，A层加扩展格。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详解B6·状态校验：先读定义→场景为什么用它→看代码实例→扩展给A层。C/D层掌握前三格，A层加扩展格。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现场演示《设备类骨架》：三步走——先整段跑通看结果，再逐行讲关键语句，最后现场改一个参数看输出变化（演10分钟的核心素材）。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错误速查：现场演示第一条——制造「漏self」，带着学生按'现象→原因→解决'三步排查。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从图纸到对象：设备建模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实例属性写__init__内(独立内存)——应用：见工单starter与教师参考实现 · 方法=类内函数；d.start()即调用——应用：见工单starter与教师参考实现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0.3《工业设备类设计》——本课工单即考核单元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目标：能够独立设计包含≥2个属性、≥2个方法的设备类；能够创建对象实例并调用方法；代码规范率≥75%。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目标：建立“数据与行为封装”的抽象思维，体会对象建模在工业系统中的组织价值。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for/while循环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break与continue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能写温度告警三级阈值判断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能画出条件分支流程图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任务背景：台账、告警的数据散落各处，改一台设备要翻三个文件。李姐感叹：'要是设备信息能像身份证一样一人一张卡。'—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知识详解：类与实例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类与实例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类=图纸，实例=按图纸造出的每台泵——一图多产品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一类设备抽象成类，每台设备是独立实例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… ；d1=Device('PUMP-03')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误区：改d1不影响d2——各实例各一份属性，图纸本身不存温度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知识详解：__init__与self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__init__与self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self='我自己'；__init__=出厂设置，造时自动执行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出厂时写死编号型号——构造即初始化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 code): self.code=code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误区：方法漏写self→TypeError——调用时Python自动传实例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知识应用（2）：__init__构造方法；self=实例自身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__init__构造方法；self=实例自身。在两江智造产线上的用法：见工单starter与教师参考实现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知识详解：实例属性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实例属性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属性写在__init__里=每台设备自己的小本本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两台泵温度不同互不干扰——独立内存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d1.temp=78.5 与 d2.temp=81.0 各存各的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误区：写在类下的属性是全员共享公告栏——改一处全变，慎用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方法调用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方法=类里装的技能；d.start()=让这台设备执行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启动/停止/读数——行为与数据装在一起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self.running=True → d.start()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误区：方法里改self属性=改这台设备状态——这正是对象的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知识详解：__str__可读化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__str__可读化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__str__=设备的自我介绍：print时说人话不报内存地址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调试台账输出——不再看到&lt;__main__.Device at 0x…&gt;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__str__(self): return f'{self.code} {self.temp}℃'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误区：__str__必须return字符串——return数字也TypeError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知识详解：状态校验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状态校验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状态机=设备只走合法路线：停机才能启动，运行中拒重复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把'不许重复启动'规则关进类里——外部想错都难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self.running: print('已在运行') else: 启动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误区：校验散在类外各处=规则失控——封装的意义就在收权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创建多实例并演示属性隔离——应用：见工单starter与教师参考实现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实现启停状态校验逻辑——应用：见工单starter与教师参考实现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用id()观察对象独立性——应用：见工单starter与教师参考实现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从图纸到对象：设备建模（1）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面向对象思想引入：过程式vs面向对象（设备参数散落vs统一建模）；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类的定义：class关键字、属性与方法；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__init__构造方法与self参数；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对象的创建与成员访问。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关键代码：设备类骨架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temp=25.0):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self.dev_id, self.name, self.temp = dev_id, name, temp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"停止"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self.status == "运行":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print(f"{self.name}已在运行"); return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"运行"; print(f"{self.name}启动成功")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Device类: ≥2属性+≥2方法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创建≥2个对象实例并调用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get_status返回可读信息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≥3属性3方法+__str__+规范率≥90%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工程化项目/w04_device_model/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src/device_model/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对象体验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再建一个对象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观察互不影响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能调用方法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最小类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补全__init__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创建1实例调用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1属性1方法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标准设备类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完成Device类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创建2实例调用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get_status输出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2属性2方法2实例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__str__+运行时长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实现__str__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start/stop时间差统计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输出设备报表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3属性3方法+docstring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实现__str__让print(d1)直接输出可读信息，并写docstring)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Device类: ≥2属性+≥2方法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创建≥2个对象实例并调用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get_status返回可读信息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实例属性写在__init__里，写在类体会被所有实例共享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方法第一个参数必须是self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d1.start少写括号=拿到方法本身而非调用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调用报参数多一个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方法第一参数写self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属性被共享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属性写在类体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移入__init__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d.start无输出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少了括号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d.start()才调用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D·学徒（≥60）：对象体验——跟做保底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C·操作员（≥70）：最小类——基础完成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B·组长（≥80）：标准设备类——标准达成+帮带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A·师傅（≥90）：__str__+运行时长——进阶拓展+费曼讲解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步骤1：Device类: ≥2属性+≥2方法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步骤2：创建≥2个对象实例并调用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步骤3：get_status返回可读信息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微课知识卡：设计Device类(属性+方法)——应用：见工单starter与（5分钟视频+导学单）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类=图纸；实例=按图纸造的产品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__init__构造方法；self=实例自身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实例属性写__init__内(独立内存)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漏self · 属性被共享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本周主题：设计Device类(属性+方法)——应用：见工单starter与——5分钟视频+导学单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排错题：出现「漏self」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原因：调用报参数多一个；解决：方法第一参数写self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类=图纸；实例=按图纸造的产品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知识：类=图纸；实例=按图纸造的产品；__init__构造方法；self=实例；实例属性写__init__内(独立内存)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交付：工单0.3《工业设备类设计》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