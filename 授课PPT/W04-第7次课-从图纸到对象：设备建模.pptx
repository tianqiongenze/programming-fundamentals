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3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79"/>
    <p:sldId id="368" r:id="rId82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  <p:sldId id="372" r:id="rId86"/>
    <p:sldId id="373" r:id="rId6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1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6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80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40.xml"/><Relationship Id="rId73" Type="http://schemas.openxmlformats.org/officeDocument/2006/relationships/slide" Target="slides/slide78.xml"/><Relationship Id="rId74" Type="http://schemas.openxmlformats.org/officeDocument/2006/relationships/slide" Target="slides/slide41.xml"/><Relationship Id="rId75" Type="http://schemas.openxmlformats.org/officeDocument/2006/relationships/slide" Target="slides/slide39.xml"/><Relationship Id="rId76" Type="http://schemas.openxmlformats.org/officeDocument/2006/relationships/slide" Target="slides/slide42.xml"/><Relationship Id="rId77" Type="http://schemas.openxmlformats.org/officeDocument/2006/relationships/slide" Target="slides/slide38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37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79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7" Type="http://schemas.openxmlformats.org/officeDocument/2006/relationships/slide" Target="slides/slide76.xml"/><Relationship Id="rId118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开场30秒：本次课《从图纸到对象：设备建模》，80分钟＝2课时×40分钟。课前已发工单+starter+微课知识卡，资讯·计划线上完成。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从图纸到对象：设备建模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从图纸到对象：设备建模（1）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面向对象思想引入：过程式vs面向对象（设备参数散落vs统一建模）；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类的定义：class关键字、属性与方法；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__init__构造方法与self参数；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对象的创建与成员访问。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Device类: ≥2属性+≥2方法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创建≥2个对象实例并调用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get_status返回可读信息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≥3属性3方法+__str__+规范率≥90%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实测: 业务类 1 个 / 实例属性 7 个 / 公开方法 8 个 ｜ 运行时实例 3 台 ｜ stop 协作日志 5 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重复 start 拦截提示（真实调用两次实测捕获）: DEV-01 已在运行，请勿重复启动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1 类 + 2 属性 + 2 方法 + 2 实例；规范率≥75%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方法含状态校验（已启动再 start 给出提示）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属性 + ≥3 方法 + 3 实例；规范率≥90%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且方法间有协作（stop 后自动记录日志字符串）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预习单口述：一台变频器有哪些属性和方法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课中抽查：温度告警三级阈值判断（口述/白板）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实测: 业务类 1 个 / 实例属性 7 个 / 公开方法 8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运行时实例 3 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stop 协作日志 5 行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1 类 + 2 属性 + 2 方法 + 2 实例；规范率≥75%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方法含状态校验（已启动再 start 给出提示）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属性 + ≥3 方法 + 3 实例；规范率≥90%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且方法间有协作（stop 后自动记录日志字符串）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条（代码不代判，答辩现场确认）：预习单口述：一台变频器有哪些属性和方法；课中抽查：温度告警三级阈值判断（口述/白板）；提交物核对：对象调用输出截图与 report.txt 实测行一致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项目：02-程序设计基础/工程化项目/w04_device_model/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工具/ppt97/evidence/w04_device_model/（capture97.py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实现__str__让print(d1)直接输出可读信息，并写docstring)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Device类: ≥2属性+≥2方法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创建≥2个对象实例并调用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get_status返回可读信息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实例属性写在__init__里，写在类体会被所有实例共享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方法第一个参数必须是self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d1.start少写括号=拿到方法本身而非调用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步骤1：Device类: ≥2属性+≥2方法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步骤2：创建≥2个对象实例并调用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步骤3：get_status返回可读信息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微课知识卡：设计Device类(属性+方法)——应用：见工单starter与（5分钟视频+导学单）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类=图纸；实例=按图纸造的产品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__init__构造方法；self=实例自身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实例属性写__init__内(独立内存)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本周主题：设计Device类(属性+方法)——应用：见工单starter与——5分钟视频+导学单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