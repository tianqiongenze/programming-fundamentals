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9" r:id="rId84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4" r:id="rId46"/>
    <p:sldId id="297" r:id="rId49"/>
    <p:sldId id="300" r:id="rId52"/>
    <p:sldId id="302" r:id="rId54"/>
    <p:sldId id="307" r:id="rId59"/>
    <p:sldId id="309" r:id="rId61"/>
    <p:sldId id="310" r:id="rId62"/>
    <p:sldId id="312" r:id="rId64"/>
    <p:sldId id="314" r:id="rId66"/>
    <p:sldId id="316" r:id="rId68"/>
    <p:sldId id="317" r:id="rId69"/>
    <p:sldId id="365" r:id="rId80"/>
    <p:sldId id="366" r:id="rId77"/>
    <p:sldId id="367" r:id="rId82"/>
    <p:sldId id="368" r:id="rId75"/>
    <p:sldId id="318" r:id="rId70"/>
    <p:sldId id="320" r:id="rId72"/>
    <p:sldId id="322" r:id="rId74"/>
    <p:sldId id="324" r:id="rId76"/>
    <p:sldId id="326" r:id="rId78"/>
    <p:sldId id="327" r:id="rId79"/>
    <p:sldId id="329" r:id="rId81"/>
    <p:sldId id="331" r:id="rId83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3" r:id="rId115"/>
    <p:sldId id="364" r:id="rId116"/>
    <p:sldId id="370" r:id="rId73"/>
    <p:sldId id="371" r:id="rId7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6" Type="http://schemas.openxmlformats.org/officeDocument/2006/relationships/slide" Target="slides/slide25.xml"/><Relationship Id="rId49" Type="http://schemas.openxmlformats.org/officeDocument/2006/relationships/slide" Target="slides/slide26.xml"/><Relationship Id="rId52" Type="http://schemas.openxmlformats.org/officeDocument/2006/relationships/slide" Target="slides/slide27.xml"/><Relationship Id="rId54" Type="http://schemas.openxmlformats.org/officeDocument/2006/relationships/slide" Target="slides/slide28.xml"/><Relationship Id="rId59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4" Type="http://schemas.openxmlformats.org/officeDocument/2006/relationships/slide" Target="slides/slide32.xml"/><Relationship Id="rId66" Type="http://schemas.openxmlformats.org/officeDocument/2006/relationships/slide" Target="slides/slide33.xml"/><Relationship Id="rId68" Type="http://schemas.openxmlformats.org/officeDocument/2006/relationships/slide" Target="slides/slide34.xml"/><Relationship Id="rId69" Type="http://schemas.openxmlformats.org/officeDocument/2006/relationships/slide" Target="slides/slide35.xml"/><Relationship Id="rId70" Type="http://schemas.openxmlformats.org/officeDocument/2006/relationships/slide" Target="slides/slide40.xml"/><Relationship Id="rId71" Type="http://schemas.openxmlformats.org/officeDocument/2006/relationships/slide" Target="slides/slide79.xml"/><Relationship Id="rId72" Type="http://schemas.openxmlformats.org/officeDocument/2006/relationships/slide" Target="slides/slide41.xml"/><Relationship Id="rId73" Type="http://schemas.openxmlformats.org/officeDocument/2006/relationships/slide" Target="slides/slide78.xml"/><Relationship Id="rId74" Type="http://schemas.openxmlformats.org/officeDocument/2006/relationships/slide" Target="slides/slide42.xml"/><Relationship Id="rId75" Type="http://schemas.openxmlformats.org/officeDocument/2006/relationships/slide" Target="slides/slide39.xml"/><Relationship Id="rId76" Type="http://schemas.openxmlformats.org/officeDocument/2006/relationships/slide" Target="slides/slide43.xml"/><Relationship Id="rId77" Type="http://schemas.openxmlformats.org/officeDocument/2006/relationships/slide" Target="slides/slide37.xml"/><Relationship Id="rId78" Type="http://schemas.openxmlformats.org/officeDocument/2006/relationships/slide" Target="slides/slide44.xml"/><Relationship Id="rId79" Type="http://schemas.openxmlformats.org/officeDocument/2006/relationships/slide" Target="slides/slide45.xml"/><Relationship Id="rId80" Type="http://schemas.openxmlformats.org/officeDocument/2006/relationships/slide" Target="slides/slide36.xml"/><Relationship Id="rId81" Type="http://schemas.openxmlformats.org/officeDocument/2006/relationships/slide" Target="slides/slide46.xml"/><Relationship Id="rId82" Type="http://schemas.openxmlformats.org/officeDocument/2006/relationships/slide" Target="slides/slide38.xml"/><Relationship Id="rId83" Type="http://schemas.openxmlformats.org/officeDocument/2006/relationships/slide" Target="slides/slide47.xml"/><Relationship Id="rId84" Type="http://schemas.openxmlformats.org/officeDocument/2006/relationships/slide" Target="slides/slide77.xml"/><Relationship Id="rId85" Type="http://schemas.openxmlformats.org/officeDocument/2006/relationships/slide" Target="slides/slide48.xml"/><Relationship Id="rId86" Type="http://schemas.openxmlformats.org/officeDocument/2006/relationships/slide" Target="slides/slide49.xml"/><Relationship Id="rId87" Type="http://schemas.openxmlformats.org/officeDocument/2006/relationships/slide" Target="slides/slide50.xml"/><Relationship Id="rId88" Type="http://schemas.openxmlformats.org/officeDocument/2006/relationships/slide" Target="slides/slide51.xml"/><Relationship Id="rId89" Type="http://schemas.openxmlformats.org/officeDocument/2006/relationships/slide" Target="slides/slide52.xml"/><Relationship Id="rId90" Type="http://schemas.openxmlformats.org/officeDocument/2006/relationships/slide" Target="slides/slide53.xml"/><Relationship Id="rId91" Type="http://schemas.openxmlformats.org/officeDocument/2006/relationships/slide" Target="slides/slide54.xml"/><Relationship Id="rId92" Type="http://schemas.openxmlformats.org/officeDocument/2006/relationships/slide" Target="slides/slide55.xml"/><Relationship Id="rId93" Type="http://schemas.openxmlformats.org/officeDocument/2006/relationships/slide" Target="slides/slide56.xml"/><Relationship Id="rId94" Type="http://schemas.openxmlformats.org/officeDocument/2006/relationships/slide" Target="slides/slide57.xml"/><Relationship Id="rId95" Type="http://schemas.openxmlformats.org/officeDocument/2006/relationships/slide" Target="slides/slide58.xml"/><Relationship Id="rId96" Type="http://schemas.openxmlformats.org/officeDocument/2006/relationships/slide" Target="slides/slide59.xml"/><Relationship Id="rId97" Type="http://schemas.openxmlformats.org/officeDocument/2006/relationships/slide" Target="slides/slide60.xml"/><Relationship Id="rId98" Type="http://schemas.openxmlformats.org/officeDocument/2006/relationships/slide" Target="slides/slide61.xml"/><Relationship Id="rId99" Type="http://schemas.openxmlformats.org/officeDocument/2006/relationships/slide" Target="slides/slide62.xml"/><Relationship Id="rId100" Type="http://schemas.openxmlformats.org/officeDocument/2006/relationships/slide" Target="slides/slide63.xml"/><Relationship Id="rId101" Type="http://schemas.openxmlformats.org/officeDocument/2006/relationships/slide" Target="slides/slide64.xml"/><Relationship Id="rId102" Type="http://schemas.openxmlformats.org/officeDocument/2006/relationships/slide" Target="slides/slide65.xml"/><Relationship Id="rId103" Type="http://schemas.openxmlformats.org/officeDocument/2006/relationships/slide" Target="slides/slide66.xml"/><Relationship Id="rId104" Type="http://schemas.openxmlformats.org/officeDocument/2006/relationships/slide" Target="slides/slide67.xml"/><Relationship Id="rId105" Type="http://schemas.openxmlformats.org/officeDocument/2006/relationships/slide" Target="slides/slide68.xml"/><Relationship Id="rId106" Type="http://schemas.openxmlformats.org/officeDocument/2006/relationships/slide" Target="slides/slide69.xml"/><Relationship Id="rId107" Type="http://schemas.openxmlformats.org/officeDocument/2006/relationships/slide" Target="slides/slide70.xml"/><Relationship Id="rId108" Type="http://schemas.openxmlformats.org/officeDocument/2006/relationships/slide" Target="slides/slide71.xml"/><Relationship Id="rId109" Type="http://schemas.openxmlformats.org/officeDocument/2006/relationships/slide" Target="slides/slide72.xml"/><Relationship Id="rId110" Type="http://schemas.openxmlformats.org/officeDocument/2006/relationships/slide" Target="slides/slide73.xml"/><Relationship Id="rId111" Type="http://schemas.openxmlformats.org/officeDocument/2006/relationships/slide" Target="slides/slide74.xml"/><Relationship Id="rId115" Type="http://schemas.openxmlformats.org/officeDocument/2006/relationships/slide" Target="slides/slide75.xml"/><Relationship Id="rId116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开场30秒：本次课《设备的家族谱系》，80分钟＝2课时×40分钟。课前已发工单+starter+微课知识卡，资讯·计划线上完成。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情境说书（30秒，口头讲，不必逐字念）：新采购的PLC和变频器到了，王主任要求新旧设备统一管理。'都是设备，但脾气不同。'——工单0.4：用继承体系让PLC、变频器各展所长又统一调度。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详解B1·继承is-a：先读定义→场景为什么用它→看代码实例→扩展给A层。C/D层掌握前三格，A层加扩展格。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详解B2·super().__init__：先读定义→场景为什么用它→看代码实例→扩展给A层。C/D层掌握前三格，A层加扩展格。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详解B3·方法覆盖：先读定义→场景为什么用它→看代码实例→扩展给A层。C/D层掌握前三格，A层加扩展格。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详解B4·多态：先读定义→场景为什么用它→看代码实例→扩展给A层。C/D层掌握前三格，A层加扩展格。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详解B5·isinstance判断：先读定义→场景为什么用它→看代码实例→扩展给A层。C/D层掌握前三格，A层加扩展格。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详解B6·docstring文档：先读定义→场景为什么用它→看代码实例→扩展给A层。C/D层掌握前三格，A层加扩展格。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现场演示《继承+覆盖》：三步走——先整段跑通看结果，再逐行讲关键语句，最后现场改一个参数看输出变化（演10分钟的核心素材）。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工单发布话术：'精密制造事业部发来工单0.4《工业设备继承体系》，及格线是1，优秀线看A层标准'——念完发starter。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错误速查：现场演示第一条——制造「父类属性丢失」，带着学生按'现象→原因→解决'三步排查。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 砥砺奋斗，成就精彩 | 预习知识点：函数定义与调用；参数与返回值；局部/全局变量 | 课中检查知识点：能封装告警判断为函数；能说明return的作用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设备的家族谱系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设备的家族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谱系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 · super().__init__()先完成父类初始化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覆盖：子类同名方法优先执行——应用：见工单starter与教师参考实现 · 多态：统一接口、不同行为——应用：见工单starter与教师参考实现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构建基类+两子类继承体系——应用：见工单starter与教师参考实现 · 覆盖start并调用super协作——应用：见工单starter与教师参考实现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技能线：构建基类+两子类继承体系——应用：见工单starter与教师参考实现；覆盖start并调用super协作——应用：见工单starter与教师参考实现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0.4《工业设备继承体系》——本课工单即考核单元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目标：掌握继承的基本语法与方法覆盖；理解多态的实现机制；了解封装与访问控制约定。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目标：能够设计基类与子类继承体系并演示多态调用；能够编写含docstring的规范代码；代码规范率≥80%。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目标：理解“复用与扩展”的系统思维，认识代码复用在大型工业系统中的维护价值。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子类如何调用父类__init__？多态怎么理解？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项目3 砥砺奋斗，成就精彩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函数定义与调用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参数与返回值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局部/全局变量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课中检查｜上次课（W4）抽查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能用循环处理10台设备数据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能解释break与continue区别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题目：子类如何调用父类__init__？多态怎么理解？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新采购的PLC和变频器到了，王主任要求新旧设备统一管理。'都是设备，但脾气不同。'——工单0.4：用继承体系让PLC、变频器各展所长又统一调度。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任务背景：新采购的PLC和变频器到了，王主任要求新旧设备统一管理。'都是设备，但脾气不同。'——工单0.4：用继承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掌握继承的基本语法与方法覆盖；理解多态的实现机制；了解封装与访问控制约定。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能够设计基类与子类继承体系并演示多态调用；能够编写含docstring的规范代码；代码规范率≥80%。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理解“复用与扩展”的系统思维，认识代码复用在大型工业系统中的维护价值。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对应工单0.4评分：功能40%+技术25%+规范20%+素养15%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知识详解：继承is-a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继承is-a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继承=领家族遗产：泵是设备的一种，白得父类全部成员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Pump/Fan/Motor都有编号温度——共性抽到父类不复制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class Pump(Device): pass ←一行白得全部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误区：能用'是一种'说出来才继承——'汽车和轮子'是组合不是继承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知识应用（1）：继承：子类复用父类成员(is-a关系)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继承：子类复用父类成员(is-a关系)。在两江智造产线上的用法：见工单starter与教师参考实现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知识详解：super().__init__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super().__init__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super()=先给父类办出厂手续，再办子类自己的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子类新增流量属性时不能丢父类的编号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__init__(self,code,flow): super().__init__(code)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误区：漏super()→父类属性全空——继承第一大坑，自查看print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知识详解：方法覆盖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方法覆盖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覆盖=子类顶替父类同名方法——接口不变行为升级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Pump的start()比Device多一步抽水检查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start(self): super().start(); self.抽水检查()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误区：覆盖不是删除父类——super().start()随时可借父类实现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知识详解：多态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多态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多态=一句口令各自执行：喊start()泵泵抽水风扇扇风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巡检循环不认设备类型——统一接口全启动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for d in devices: d.start() 各跑各的start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误区：新增Motor不用改巡检循环——这就是'扩展开放'的开闭原则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知识详解：isinstance判断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isinstance判断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isinstance=查工牌：这台设备是不是泵家族的人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巡检时对Pump特殊处理、其他走通用流程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isinstance(d, Pump): d.check_flow()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误区：满屏isinstance=多态白学——先想能否统一接口替代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知识详解：docstring文档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docstring文档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docstring=技能说明书：三引号一行，help()可查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团队协作规范——别人不读代码就知道怎么用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start(self): """启动设备并写日志"""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误区：注释#是给自己看，docstring是给调用者看——别混用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构建基类+两子类继承体系——应用：见工单starter与教师参考实现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覆盖start并调用super协作——应用：见工单starter与教师参考实现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循环统一调用演示多态——应用：见工单starter与教师参考实现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绘制继承体系类图——应用：见工单starter与教师参考实现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设备的家族谱系（1）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继承的概念与语法：子类复用父类；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方法覆盖（重写）与super()调用；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封装与访问控制基础：属性约定（_protected）；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演示：Device基类派生PLC、变频器子类。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关键代码：继承+覆盖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PLC(Device):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__init__(self, dev_id, name, scan_ms=10):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super().__init__(dev_id, name)   # 父类先初始化!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self.scan_ms = scan_ms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def start(self):                     # 覆盖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super().start()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print(f"  扫描周期:{self.scan_ms}ms")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实施任务：工单0.4《工业设备继承体系》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Device基类+PLC/VFD子类(super().__init__)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子类新增scan_ms/set_freq并覆盖start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docstring每个类+方法一行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1基类+2子类+覆盖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≥3子类；super协作；docstring齐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AST 实测: 基类 1 个 / 子类 3 个 / 覆盖 9 处 ｜ super() 协作 6 处（缺口 0）｜ docstring 37/37=100%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多态实测: 一个循环喊 start() 4 次，自有实现的子类 2 个，输出互不相同 4 条 ｜ is-a 判断正文 2376 字（『组合』提及 8 处，达标线见 rules.yaml tiers:）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规范率门槛≥75% [达标] ｜ 功能OK ｜ 1 基类 + 2 子类 + 继承覆盖；规范率≥75%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规范率门槛≥80% [达标] ｜ 功能OK ｜ 多态调用演示清晰；docstring 齐全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规范率门槛≥90% [达标] ｜ 功能OK ｜ ≥3 子类；规范率≥90%；覆盖方法内用 super() 协作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规范率门槛≥90% [达标] ｜ 功能OK ｜ 达 B 且体现「is-a」设计判断（说明为什么不用继承实现某设备）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人工答辩项 4 条（教师答辩时确认）: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· 多态调用演示讲解是否清晰（『清晰』属口头答辩项，实测只判各自输出确有差异）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· 提交物核对：继承体系类图照片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工程化项目/w05_device_family/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src/device_family/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w05_device_family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AST 实测: 基类 1 个 / 子类 3 个 / 覆盖 9 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super() 协作 6 处（缺口 0）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docstring 37/37=100%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1 基类 + 2 子类 + 继承覆盖；规范率≥75%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规范率门槛≥75%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多态调用演示清晰；docstring 齐全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≥3 子类；规范率≥90%；覆盖方法内用 super() 协作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且体现「is-a」设计判断（说明为什么不用继承实现某设备）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4E16"/>
                </a:solidFill>
                <a:latin typeface="微软雅黑"/>
              </a:rPr>
              <a:t>人工答辩项 4 条（代码不代判，答辩现场确认）：多态调用演示讲解是否清晰（『清晰』属口头答辩项，实测只判各自输出确有差异）；提交物核对：继承体系类图照片；课中抽查：能用循环处理 10 台设备数据（口述/白板）</a:t>
            </a:r>
          </a:p>
          <a:p>
            <a:r>
              <a:rPr sz="10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w05_device_family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项目：02-程序设计基础/工程化项目/w05_device_family/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工具/ppt97/evidence/w05_device_family/（capture97.py 真跑捕获，未改写数字）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继承体验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运行多态示例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换一种设备再跑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口述谁继承谁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能复述is-a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单子类继承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PLC继承Device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super().__init__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新增一个属性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继承与super正确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两子类覆盖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PLC子类+scan_ms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覆盖start带扫描周期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循环调用看多态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docstring齐全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三子类+类图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加Sensor子类calibrate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总控台统一启停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类图绘制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多态清晰+is-a判断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加第3个子类Sensor（含calibrate校准方法），绘制三子类类图)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Device基类+PLC/VFD子类(super().__init__)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31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2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31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子类新增scan_ms/set_freq并覆盖start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docstring每个类+方法一行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覆盖__init__必须调super().__init__()，否则父类属性丢失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is-a才继承：“车间”不是设备，别硬凑继承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子类方法名要与父类完全一致（大小写敏感）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父类属性丢失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忘调super().__init__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补上super调用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多态失效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方法名大小写不一致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与父类完全同名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为继承而继承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车间不是设备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is-a不成立就不继承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D·学徒（≥60）：继承体验——跟做保底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C·操作员（≥70）：单子类继承——基础完成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B·组长（≥80）：两子类覆盖——标准达成+帮带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A·师傅（≥90）：三子类+类图——进阶拓展+费曼讲解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提交物与评分（工单0.4）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学号_姓名_0.4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完成工单项目0.4《工业设备继承体系》：及格标准1基类+2子类+继承覆盖；优秀标准≥3子类、多态演示清晰、含docstring、规范率≥90%；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绘制本周设备继承体系类图；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预习异常处理机制。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S7-1200 已启动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  扫描周期: 8ms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DEV-01 S7-1200: 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ABB变频器 已启动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DEV-02 ABB变频器: 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温度变送器 已启动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DEV-03 温度变送器: 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ABB变频器 频率设定 35Hz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0.4任务书——步骤/及格线/评分细则都在里面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0.4的技能点即其最小实现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微课知识卡：构建基类+两子类继承体系——应用：见工单starter与教师参考（5分钟视频+导学单）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继承：子类复用父类成员(is-a关系)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super().__init__()先完成父类初始化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覆盖：子类同名方法优先执行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设备的家族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谱系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继承：子类复用父类成员(is-a关系)——应用：见工单starter与教师参考实现 · super().__init__()先完成父类初始化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构建基类+两子类继承体系——应用：见工单starter与教师参考实现 · 覆盖start并调用super协作——应用：见工单starter与教师参考实现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父类属性丢失 · 多态失效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本周主题：构建基类+两子类继承体系——应用：见工单starter与教师参考——5分钟视频+导学单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子类如何调用父类__init__？多态怎么理解？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排错题：出现「父类属性丢失」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原因：忘调super().__init__；解决：补上super调用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继承：子类复用父类成员(is-a关系)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知识：继承：子类复用父类成员(is-a关系)；super().__init__()先完；覆盖：子类同名方法优先执行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技能：构建基类+两子类继承体系——应用：见工单starter与教师参考实现；覆盖start并调用super协作——应用：见工单starter与教师参考实现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交付：工单0.4《工业设备继承体系》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76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配置双输出日志(控制台+文件)——应用：见工单s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finally块无论是否异常都执行吗？裸except为什么禁止？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