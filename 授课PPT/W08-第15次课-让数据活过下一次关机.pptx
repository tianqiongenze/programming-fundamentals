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86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4" r:id="rId46"/>
    <p:sldId id="295" r:id="rId47"/>
    <p:sldId id="297" r:id="rId49"/>
    <p:sldId id="300" r:id="rId52"/>
    <p:sldId id="303" r:id="rId55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19" r:id="rId71"/>
    <p:sldId id="367" r:id="rId82"/>
    <p:sldId id="368" r:id="rId79"/>
    <p:sldId id="369" r:id="rId77"/>
    <p:sldId id="370" r:id="rId75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5" r:id="rId117"/>
    <p:sldId id="366" r:id="rId118"/>
    <p:sldId id="372" r:id="rId73"/>
    <p:sldId id="373" r:id="rId6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6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6" Type="http://schemas.openxmlformats.org/officeDocument/2006/relationships/slide" Target="slides/slide81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6.xml"/><Relationship Id="rId72" Type="http://schemas.openxmlformats.org/officeDocument/2006/relationships/slide" Target="slides/slide41.xml"/><Relationship Id="rId73" Type="http://schemas.openxmlformats.org/officeDocument/2006/relationships/slide" Target="slides/slide80.xml"/><Relationship Id="rId74" Type="http://schemas.openxmlformats.org/officeDocument/2006/relationships/slide" Target="slides/slide42.xml"/><Relationship Id="rId75" Type="http://schemas.openxmlformats.org/officeDocument/2006/relationships/slide" Target="slides/slide40.xml"/><Relationship Id="rId76" Type="http://schemas.openxmlformats.org/officeDocument/2006/relationships/slide" Target="slides/slide43.xml"/><Relationship Id="rId77" Type="http://schemas.openxmlformats.org/officeDocument/2006/relationships/slide" Target="slides/slide39.xml"/><Relationship Id="rId78" Type="http://schemas.openxmlformats.org/officeDocument/2006/relationships/slide" Target="slides/slide44.xml"/><Relationship Id="rId79" Type="http://schemas.openxmlformats.org/officeDocument/2006/relationships/slide" Target="slides/slide38.xml"/><Relationship Id="rId80" Type="http://schemas.openxmlformats.org/officeDocument/2006/relationships/slide" Target="slides/slide45.xml"/><Relationship Id="rId81" Type="http://schemas.openxmlformats.org/officeDocument/2006/relationships/slide" Target="slides/slide46.xml"/><Relationship Id="rId82" Type="http://schemas.openxmlformats.org/officeDocument/2006/relationships/slide" Target="slides/slide37.xml"/><Relationship Id="rId83" Type="http://schemas.openxmlformats.org/officeDocument/2006/relationships/slide" Target="slides/slide47.xml"/><Relationship Id="rId84" Type="http://schemas.openxmlformats.org/officeDocument/2006/relationships/slide" Target="slides/slide48.xml"/><Relationship Id="rId85" Type="http://schemas.openxmlformats.org/officeDocument/2006/relationships/slide" Target="slides/slide49.xml"/><Relationship Id="rId86" Type="http://schemas.openxmlformats.org/officeDocument/2006/relationships/slide" Target="slides/slide7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2" Type="http://schemas.openxmlformats.org/officeDocument/2006/relationships/slide" Target="slides/slide75.xml"/><Relationship Id="rId113" Type="http://schemas.openxmlformats.org/officeDocument/2006/relationships/slide" Target="slides/slide76.xml"/><Relationship Id="rId117" Type="http://schemas.openxmlformats.org/officeDocument/2006/relationships/slide" Target="slides/slide77.xml"/><Relationship Id="rId118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开场30秒：本次课《让数据活过下一次关机》，80分钟＝2课时×40分钟。课前已发工单+starter+微课知识卡，资讯·计划线上完成。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情境说书（30秒，口头讲，不必逐字念）：中台抽检打回上月数据：缺温度、类型错、还有135℃的'过热'记录。李姐委屈：'原始数据就这样。'——工单1.2：做数据清洗，还车间数据一个清白。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详解B1·with open：先读定义→场景为什么用它→看代码实例→扩展给A层。C/D层掌握前三格，A层加扩展格。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详解B2·csv.DictReader：先读定义→场景为什么用它→看代码实例→扩展给A层。C/D层掌握前三格，A层加扩展格。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详解B3·json.loads/dumps：先读定义→场景为什么用它→看代码实例→扩展给A层。C/D层掌握前三格，A层加扩展格。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详解B4·三维验证：先读定义→场景为什么用它→看代码实例→扩展给A层。C/D层掌握前三格，A层加扩展格。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详解B5·问题行策略：先读定义→场景为什么用它→看代码实例→扩展给A层。C/D层掌握前三格，A层加扩展格。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详解B6·newline=''防CSV空行：先读定义→场景为什么用它→看代码实例→扩展给A层。C/D层掌握前三格，A层加扩展格。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现场演示《三维验证》：三步走——先整段跑通看结果，再逐行讲关键语句，最后现场改一个参数看输出变化（演10分钟的核心素材）。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工单发布话术：'精密制造事业部发来工单1.2《工业数据文件处理系统》，及格线是≥，优秀线看A层标准'——念完发starter。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错误速查：现场演示第一条——制造「float('err')崩」，带着学生按'现象→原因→解决'三步排查。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预习知识点：字典操作(键值对/遍历)；JSON读写 | 课中检查知识点：能按code查设备台账；能json.loads/dumps转换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让数据活过下一次关机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让数据活过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下一次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 open自动关闭；encoding='utf-8'防乱码 · csv.DictReader按表头取列——应用：见工单starter与教师参考实现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json.loads/dumps解析与序列化——应用：见工单starter与教师参考实现 · 三维验证：缺失/类型/范围——应用：见工单starter与教师参考实现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 · 实现三维数据验证——应用：见工单starter与教师参考实现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技能线：with读写CSV与JSON——应用：见工单starter与教师参考实现；实现三维数据验证——应用：见工单starter与教师参考实现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1.2《工业数据文件处理系统》——本课工单即考核单元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目标：掌握文件读写与with语句的使用；掌握JSON/CSV两种格式的解析与生成方法；理解数据验证与清洗的基本策略。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目标：能够正确读写≥2种文件格式并进行基本数据验证；能够输出标准化数据文件；代码规范率≥80%。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目标：树立数据质量意识（脏数据进、垃圾出），养成文件操作及时关闭的资源管理习惯。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字典操作(键值对/遍历)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JSON读写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课中检查｜上次课（W7）抽查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能管理设备列表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能用[x*2 for x in data]变换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题目：with语句的好处是什么？utf-8乱码怎么处理？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中台抽检打回上月数据：缺温度、类型错、还有135℃的'过热'记录。李姐委屈：'原始数据就这样。'——工单1.2：做数据清洗，还车间数据一个清白。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任务背景：中台抽检打回上月数据：缺温度、类型错、还有135℃的'过热'记录。李姐委屈：'原始数据就这样。'——工单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掌握文件读写与with语句的使用；掌握JSON/CSV两种格式的解析与生成方法；理解数据验证与清洗的基本策略。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能够正确读写≥2种文件格式并进行基本数据验证；能够输出标准化数据文件；代码规范率≥80%。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树立数据质量意识（脏数据进、垃圾出），养成文件操作及时关闭的资源管理习惯。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知识详解：with open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with open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with=租借自动还：代码块结束文件自动关，忘了关也不漏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读写设备日志/台账的标准姿势——车间文件操作第一写法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with open('log.csv', encoding='utf-8') as f: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误区：漏encoding='utf-8'→Win默认GBK中文乱码——乱码先查它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知识详解：csv.DictReader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csv.DictReader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DictReader=带表头的读取器：按列名取数不看列序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读传感器CSV台账——列序变了代码不用改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row in csv.DictReader(f): row['temp']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误区：普通reader按下标[2]取列——插一列全错，DictReader免此劫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知识详解：json.loads/dumps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json.loads/dumps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loads=拆快递(字符串→字典)；dumps=打包(字典→字符串)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MQTT消息/配置文件都是JSON——进出必经拆装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data=json.loads(msg); data['temp']+=1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误区：dumps中文变\uXXXX——加ensure_ascii=False+indent=2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知识应用（3）：json.loads/dumps解析与序列化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json.loads/dumps解析与序列化。在两江智造产线上的用法：见工单starter与教师参考实现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知识详解：三维验证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三维验证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三道闸=查户口：键在不在/类型对不对/数值合不合理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脏数据进门三道闸——W5清洗三招的文件版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'temp' not in row: 跳过并记录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误区：只查缺失不查范围——温度=-999能穿透到模型里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知识详解：问题行策略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问题行策略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坏行处理=登记放行：跳过但写bad.log带原因——可追溯不静默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不能一条脏数据停产线，也不能悄悄吞掉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bad_log.write(f'{line} | 缺temp字段\n')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误区：静默吞错=埋雷——问题行数要进质量报告接受检查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知识详解：newline=''防CSV空行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newline=''防CSV空行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newline=''=告诉open'换行我自己管'——CSV不再多空行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Windows写CSV每行多一空行的元凶——标准解就一个参数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open('r.csv','w',newline='')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误区：读到空行以为是数据问题——写的时候就该带newline=''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实现三维数据验证——应用：见工单starter与教师参考实现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bad_records错误留痕——应用：见工单starter与教师参考实现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输出清洗报告与标准化数据——应用：见工单starter与教师参考实现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让数据活过下一次关机（1）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文件读写：open函数、with上下文管理器、read/readline/readlines；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文本文件写入与追加模式；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CSV文件处理：csv模块读写产线数据。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关键代码：三维验证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validate(row):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 = row["temp"]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if t in ("", None): return "缺失"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try: t = float(t)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except ValueError: return "类型"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None if 0 &lt;= t &lt;= 120 else "范围"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决策：验证顺序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判定规则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处置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缺失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temp为空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跳过+记录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类型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非数值’err’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跳过+记录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范围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temp&gt;120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业务讨论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本课决策题：决策：验证顺序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实施任务：工单1.2《工业数据文件处理系统》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with open读写CSV/JSON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三维验证: 缺失/类型/范围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问题行跳过并写入bad_records.csv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≥2格式+基本验证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三维齐全+清洗报告+输出规范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验证 7 行（缺失 1/类型 1/范围 1）｜ bad.csv 3 行｜规范列名 实测通过｜输入文件通道 实测走通(GBK)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规范率门槛≥75% [达标] ｜ 功能OK ｜ CSV+JSON 双格式读写且 round-trip 通过 + 基本验证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规范率门槛≥80% [达标] ｜ 功能OK ｜ 缺失/类型/范围三维验证齐全；bad.csv 可追溯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清洗报告清晰（维度计数入报告）；输出规范列名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 --input/--encoding 输入文件通道实测走通（GBK 演示）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（人工答辩项，机器不代判）清洗报告文字是否通顺可读（答辩抽查）；输入数据来源与现场文件口径是否一致（答辩核对）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双格式 round-trip 校验通过，数据可安全交下游；超限设备 1 台需工单跟进；坏行进 bad.csv 备查不混入结果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工程化项目/w08_data_fileio/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src/data_fileio/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w08_data_fileio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验证 7 行（缺失 1/类型 1/范围 1）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bad.csv 3 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规范列名 实测通过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输入文件通道 实测走通(GBK)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CSV+JSON 双格式读写且 round-trip 通过 + 基本验证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缺失/类型/范围三维验证齐全；bad.csv 可追溯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清洗报告清晰（维度计数入报告）；输出规范列名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 --input/--encoding 输入文件通道实测走通（GBK 演示）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w08_data_fileio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项目：02-程序设计基础/工程化项目/w08_data_fileio/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工具/ppt97/evidence/w08_data_fileio/（capture97.py 真跑捕获，未改写数字）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脏数据观察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--peek预览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找3个问题行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口述维度归类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能数出问题行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基础清洗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读取CSV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过滤空值行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输出clean.csv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能出clean.csv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完整清洗管线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读取CSV三维验证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问题行写bad_records.csv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输出清洗报告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报告+bad_records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体检脚本+参数化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缺失/类型/范围统计脚本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--input参数支持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135℃业务决策记录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三维统计报表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数据体检脚本：一键输出缺失/类型/范围三维统计报表)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with open读写CSV/JSON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三维验证: 缺失/类型/范围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问题行跳过并写入bad_records.csv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csv.DictReader按表头取列，别用下标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float('err')会炸——try包裹或先判内容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bad_records.csv要带错误类型列，可追溯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float('err')崩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未预判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try转换或errors处理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CSV多空行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缺newline=''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open(...,newline='')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路径找不到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IDE与命令行cwd不同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按脚本目录拼路径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D·学徒（≥60）：脏数据观察——跟做保底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C·操作员（≥70）：基础清洗——基础完成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B·组长（≥80）：完整清洗管线——标准达成+帮带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A·师傅（≥90）：体检脚本+参数化——进阶拓展+费曼讲解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步骤1：with open读写CSV/JSON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步骤2：三维验证: 缺失/类型/范围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步骤3：问题行跳过并写入bad_records.csv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完成工单项目1.2《工业数据文件处理系统》：及格标准读写≥2种格式+基本验证；优秀标准验证多维度+输出清晰+规范率≥90%；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编写一个“数据体检脚本”：统计文件缺失值数量；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预习jieba分词的安装与使用。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微课知识卡：with读写CSV与JSON——应用：见工单starter与教师（5分钟视频+导学单）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with open自动关闭；encoding='utf-8'防乱码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csv.DictReader按表头取列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json.loads/dumps解析与序列化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让数据活过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下一次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 open自动关闭；encoding='utf-8'防乱码 · csv.DictReader按表头取列——应用：见工单starter与教师参考实现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 · 实现三维数据验证——应用：见工单starter与教师参考实现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float('err')崩 · CSV多空行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本周主题：with读写CSV与JSON——应用：见工单starter与教师——5分钟视频+导学单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with语句的好处是什么？utf-8乱码怎么处理？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排错题：出现「float('err')崩」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原因：未预判；解决：try转换或errors处理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with open自动关闭；encoding='utf-8'防乱码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知识：with open自动关闭；encodi；csv.DictReader按表头取列；json.loads/dumps解析与序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技能：with读写CSV与JSON——应用：见工单starter与教师参考实现；实现三维数据验证——应用：见工单starter与教师参考实现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交付：工单1.2《工业数据文件处理系统》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完成分词+停用词管线——应用：见工单starte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