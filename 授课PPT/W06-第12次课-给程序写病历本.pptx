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2" r:id="rId44"/>
    <p:sldId id="294" r:id="rId46"/>
    <p:sldId id="296" r:id="rId48"/>
    <p:sldId id="297" r:id="rId49"/>
    <p:sldId id="299" r:id="rId51"/>
    <p:sldId id="301" r:id="rId53"/>
    <p:sldId id="306" r:id="rId58"/>
    <p:sldId id="308" r:id="rId60"/>
    <p:sldId id="309" r:id="rId61"/>
    <p:sldId id="311" r:id="rId63"/>
    <p:sldId id="313" r:id="rId65"/>
    <p:sldId id="315" r:id="rId67"/>
    <p:sldId id="316" r:id="rId68"/>
    <p:sldId id="364" r:id="rId79"/>
    <p:sldId id="365" r:id="rId76"/>
    <p:sldId id="366" r:id="rId83"/>
    <p:sldId id="367" r:id="rId74"/>
    <p:sldId id="317" r:id="rId69"/>
    <p:sldId id="319" r:id="rId71"/>
    <p:sldId id="321" r:id="rId73"/>
    <p:sldId id="323" r:id="rId75"/>
    <p:sldId id="325" r:id="rId77"/>
    <p:sldId id="326" r:id="rId78"/>
    <p:sldId id="328" r:id="rId80"/>
    <p:sldId id="329" r:id="rId81"/>
    <p:sldId id="330" r:id="rId82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62" r:id="rId114"/>
    <p:sldId id="363" r:id="rId1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4" Type="http://schemas.openxmlformats.org/officeDocument/2006/relationships/slide" Target="slides/slide23.xml"/><Relationship Id="rId46" Type="http://schemas.openxmlformats.org/officeDocument/2006/relationships/slide" Target="slides/slide24.xml"/><Relationship Id="rId48" Type="http://schemas.openxmlformats.org/officeDocument/2006/relationships/slide" Target="slides/slide25.xml"/><Relationship Id="rId49" Type="http://schemas.openxmlformats.org/officeDocument/2006/relationships/slide" Target="slides/slide26.xml"/><Relationship Id="rId51" Type="http://schemas.openxmlformats.org/officeDocument/2006/relationships/slide" Target="slides/slide27.xml"/><Relationship Id="rId53" Type="http://schemas.openxmlformats.org/officeDocument/2006/relationships/slide" Target="slides/slide28.xml"/><Relationship Id="rId58" Type="http://schemas.openxmlformats.org/officeDocument/2006/relationships/slide" Target="slides/slide29.xml"/><Relationship Id="rId60" Type="http://schemas.openxmlformats.org/officeDocument/2006/relationships/slide" Target="slides/slide30.xml"/><Relationship Id="rId61" Type="http://schemas.openxmlformats.org/officeDocument/2006/relationships/slide" Target="slides/slide31.xml"/><Relationship Id="rId63" Type="http://schemas.openxmlformats.org/officeDocument/2006/relationships/slide" Target="slides/slide32.xml"/><Relationship Id="rId65" Type="http://schemas.openxmlformats.org/officeDocument/2006/relationships/slide" Target="slides/slide33.xml"/><Relationship Id="rId67" Type="http://schemas.openxmlformats.org/officeDocument/2006/relationships/slide" Target="slides/slide34.xml"/><Relationship Id="rId68" Type="http://schemas.openxmlformats.org/officeDocument/2006/relationships/slide" Target="slides/slide35.xml"/><Relationship Id="rId69" Type="http://schemas.openxmlformats.org/officeDocument/2006/relationships/slide" Target="slides/slide38.xml"/><Relationship Id="rId71" Type="http://schemas.openxmlformats.org/officeDocument/2006/relationships/slide" Target="slides/slide39.xml"/><Relationship Id="rId73" Type="http://schemas.openxmlformats.org/officeDocument/2006/relationships/slide" Target="slides/slide40.xml"/><Relationship Id="rId74" Type="http://schemas.openxmlformats.org/officeDocument/2006/relationships/slide" Target="slides/slide77.xml"/><Relationship Id="rId75" Type="http://schemas.openxmlformats.org/officeDocument/2006/relationships/slide" Target="slides/slide41.xml"/><Relationship Id="rId76" Type="http://schemas.openxmlformats.org/officeDocument/2006/relationships/slide" Target="slides/slide37.xml"/><Relationship Id="rId77" Type="http://schemas.openxmlformats.org/officeDocument/2006/relationships/slide" Target="slides/slide42.xml"/><Relationship Id="rId78" Type="http://schemas.openxmlformats.org/officeDocument/2006/relationships/slide" Target="slides/slide43.xml"/><Relationship Id="rId79" Type="http://schemas.openxmlformats.org/officeDocument/2006/relationships/slide" Target="slides/slide36.xml"/><Relationship Id="rId80" Type="http://schemas.openxmlformats.org/officeDocument/2006/relationships/slide" Target="slides/slide44.xml"/><Relationship Id="rId81" Type="http://schemas.openxmlformats.org/officeDocument/2006/relationships/slide" Target="slides/slide45.xml"/><Relationship Id="rId82" Type="http://schemas.openxmlformats.org/officeDocument/2006/relationships/slide" Target="slides/slide46.xml"/><Relationship Id="rId83" Type="http://schemas.openxmlformats.org/officeDocument/2006/relationships/slide" Target="slides/slide76.xml"/><Relationship Id="rId84" Type="http://schemas.openxmlformats.org/officeDocument/2006/relationships/slide" Target="slides/slide47.xml"/><Relationship Id="rId85" Type="http://schemas.openxmlformats.org/officeDocument/2006/relationships/slide" Target="slides/slide48.xml"/><Relationship Id="rId86" Type="http://schemas.openxmlformats.org/officeDocument/2006/relationships/slide" Target="slides/slide49.xml"/><Relationship Id="rId87" Type="http://schemas.openxmlformats.org/officeDocument/2006/relationships/slide" Target="slides/slide50.xml"/><Relationship Id="rId88" Type="http://schemas.openxmlformats.org/officeDocument/2006/relationships/slide" Target="slides/slide51.xml"/><Relationship Id="rId89" Type="http://schemas.openxmlformats.org/officeDocument/2006/relationships/slide" Target="slides/slide52.xml"/><Relationship Id="rId90" Type="http://schemas.openxmlformats.org/officeDocument/2006/relationships/slide" Target="slides/slide53.xml"/><Relationship Id="rId91" Type="http://schemas.openxmlformats.org/officeDocument/2006/relationships/slide" Target="slides/slide54.xml"/><Relationship Id="rId92" Type="http://schemas.openxmlformats.org/officeDocument/2006/relationships/slide" Target="slides/slide55.xml"/><Relationship Id="rId93" Type="http://schemas.openxmlformats.org/officeDocument/2006/relationships/slide" Target="slides/slide56.xml"/><Relationship Id="rId94" Type="http://schemas.openxmlformats.org/officeDocument/2006/relationships/slide" Target="slides/slide57.xml"/><Relationship Id="rId95" Type="http://schemas.openxmlformats.org/officeDocument/2006/relationships/slide" Target="slides/slide58.xml"/><Relationship Id="rId96" Type="http://schemas.openxmlformats.org/officeDocument/2006/relationships/slide" Target="slides/slide59.xml"/><Relationship Id="rId97" Type="http://schemas.openxmlformats.org/officeDocument/2006/relationships/slide" Target="slides/slide60.xml"/><Relationship Id="rId98" Type="http://schemas.openxmlformats.org/officeDocument/2006/relationships/slide" Target="slides/slide61.xml"/><Relationship Id="rId99" Type="http://schemas.openxmlformats.org/officeDocument/2006/relationships/slide" Target="slides/slide62.xml"/><Relationship Id="rId100" Type="http://schemas.openxmlformats.org/officeDocument/2006/relationships/slide" Target="slides/slide63.xml"/><Relationship Id="rId101" Type="http://schemas.openxmlformats.org/officeDocument/2006/relationships/slide" Target="slides/slide64.xml"/><Relationship Id="rId102" Type="http://schemas.openxmlformats.org/officeDocument/2006/relationships/slide" Target="slides/slide65.xml"/><Relationship Id="rId103" Type="http://schemas.openxmlformats.org/officeDocument/2006/relationships/slide" Target="slides/slide66.xml"/><Relationship Id="rId104" Type="http://schemas.openxmlformats.org/officeDocument/2006/relationships/slide" Target="slides/slide67.xml"/><Relationship Id="rId105" Type="http://schemas.openxmlformats.org/officeDocument/2006/relationships/slide" Target="slides/slide68.xml"/><Relationship Id="rId106" Type="http://schemas.openxmlformats.org/officeDocument/2006/relationships/slide" Target="slides/slide69.xml"/><Relationship Id="rId107" Type="http://schemas.openxmlformats.org/officeDocument/2006/relationships/slide" Target="slides/slide70.xml"/><Relationship Id="rId108" Type="http://schemas.openxmlformats.org/officeDocument/2006/relationships/slide" Target="slides/slide71.xml"/><Relationship Id="rId109" Type="http://schemas.openxmlformats.org/officeDocument/2006/relationships/slide" Target="slides/slide72.xml"/><Relationship Id="rId110" Type="http://schemas.openxmlformats.org/officeDocument/2006/relationships/slide" Target="slides/slide73.xml"/><Relationship Id="rId114" Type="http://schemas.openxmlformats.org/officeDocument/2006/relationships/slide" Target="slides/slide74.xml"/><Relationship Id="rId115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开场30秒：本次课《给程序写病历本》，80分钟＝2课时×40分钟。课前已发工单+starter+微课知识卡，资讯·计划线上完成。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凌晨的断电让采集程序崩在中途，丢了半小时数据。王主任发火：'程序不能一摔就死。'——工单0.5：异常处理+日志，让程序'摔了能爬起来还留下案发记录'（本周中期诊断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详解B1·异常是对象：先读定义→场景为什么用它→看代码实例→扩展给A层。C/D层掌握前三格，A层加扩展格。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详解B2·try/except/else/finally：先读定义→场景为什么用它→看代码实例→扩展给A层。C/D层掌握前三格，A层加扩展格。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详解B3·精确捕获：先读定义→场景为什么用它→看代码实例→扩展给A层。C/D层掌握前三格，A层加扩展格。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详解B4·禁裸except：先读定义→场景为什么用它→看代码实例→扩展给A层。C/D层掌握前三格，A层加扩展格。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详解B5·logging三级：先读定义→场景为什么用它→看代码实例→扩展给A层。C/D层掌握前三格，A层加扩展格。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详解B6·finally收尾：先读定义→场景为什么用它→看代码实例→扩展给A层。C/D层掌握前三格，A层加扩展格。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现场演示《健壮读取》：三步走——先整段跑通看结果，再逐行讲关键语句，最后现场改一个参数看输出变化（演10分钟的核心素材）。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工单发布话术：'精密制造事业部发来工单0.5《健壮的工业数据采集程序》，及格线是≥，优秀线看A层标准'——念完发starter。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错误速查：现场演示第一条——制造「裸except吞异常」，带着学生按'现象→原因→解决'三步排查。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项目3 砥砺奋斗，成就精彩 | 预习知识点：模块导入(import)；标准库random/time；异常处理try-except | 课中检查知识点：能import random生成测试数据；能用try-except捕获文件异常（中期诊断周）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给程序写病历本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第六周 · 第12次课（2课时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给程序写病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历本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异常=运行时错误对象；类型即线索——应用：见工单starter与教师参考实现 · try/except/else/finally四段结构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精确捕获：FileNotFoundError/ValueError · 禁止裸except(吞Ctrl+C)——应用：见工单starter与教师参考实现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配置双输出日志(控制台+文件)——应用：见工单starter与教师参考实现 · 捕获多类型异常并分级记录——应用：见工单starter与教师参考实现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技能线：配置双输出日志(控制台+文件)——应用：见工单starter与教师参考实现；捕获多类型异常并分级记录——应用：见工单starter与教师参考实现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0.5《健壮的工业数据采集程序》——本课工单即考核单元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目标：掌握try/except/finally异常处理结构；掌握logging日志模块的基本使用；了解程序调试的常用方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目标：能够编写捕获≥3种异常并记录日志的健壮采集程序；能够使用日志定位问题；代码规范率≥80%。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目标：树立“程序会出错”的工程危机意识，培养防患于未然的健壮性设计习惯。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logging比print好在哪？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项目3 砥砺奋斗，成就精彩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模块导入(import)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标准库random/time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异常处理try-except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课中检查｜上次课（W5）抽查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能封装告警判断为函数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能说明return的作用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题目：logging比print好在哪？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凌晨的断电让采集程序崩在中途，丢了半小时数据。王主任发火：'程序不能一摔就死。'——工单0.5：异常处理+日志，让程序'摔了能爬起来还留下案发记录'（本周中期诊断）。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任务背景：凌晨的断电让采集程序崩在中途，丢了半小时数据。王主任发火：'程序不能一摔就死。'——工单0.5：异常处理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掌握try/except/finally异常处理结构；掌握logging日志模块的基本使用；了解程序调试的常用方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能够编写捕获≥3种异常并记录日志的健壮采集程序；能够使用日志定位问题；代码规范率≥80%。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树立“程序会出错”的工程危机意识，培养防患于未然的健壮性设计习惯。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对应工单0.5评分：功能40%+技术25%+规范20%+素养15%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知识详解：异常是对象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异常是对象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异常=程序出错时扔出的'事故报告单'，类型名即线索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读文件失败/除零——崩溃前的最后信号，接住就能救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ZeroDivisionError/ValueError/FileNotFoundError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误区：从最后一行往上读栈——错误类型→说明→行号倒着看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知识详解：try/except/else/fina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try/except/else/finally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try=试做/except=出事接住/else=没出事才做/finally=必做收尾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采集主循环的防护壳——单点出错不能停整条产线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try: read() except FileNotFoundError: 默认值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误区：把大段代码塞进try——只包会出错的那几句，窄包才好查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知识详解：精确捕获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精确捕获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except接具体类型=对症下药——一个except管一种病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缺文件用默认值/类型错提示重输——不同错误不同对策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except FileNotFoundError: … except ValueError: 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误区：父类异常写前面会截胡后面所有——从小到大排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知识详解：禁裸except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禁裸except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裸except=把警报器全拆了——连Ctrl+C都吞程序杀不死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新手最危险写法：except: pass——错误静默埋雷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except Exception as e: print(e) 至少留痕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误区：以为吞错程序更稳——恰恰相反，吞错让bug藏到最深处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知识应用（4）：禁止裸except(吞Ctrl+C)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禁止裸except(吞Ctrl+C)。在两江智造产线上的用法：见工单starter与教师参考实现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知识详解：logging三级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logging三级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logging=车间广播系统：INFO日常/WARNING注意/ERROR出事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print混在结果里没法关——logging按级分流可开关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logging.error(f'设备{code}连接失败')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误区：忘basicConfig看不见输出——先配级别再打日志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知识详解：finally收尾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finally收尾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finally=无论成败必做的鞠躬——关文件断连接写统计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资源不泄漏：采集崩了连接也得断干净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finally: f.close() ——或直接用with替代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误区：with open就是自动版finally——优先with，finally兜底非with场景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配置双输出日志(控制台+文件)——应用：见工单starter与教师参考实现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捕获多类型异常并分级记录——应用：见工单starter与教师参考实现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输出采集统计(成功/跳过/失败)——应用：见工单starter与教师参考实现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脏数据写入bad_records备查——应用：见工单starter与教师参考实现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给程序写病历本（1）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logging日志模块：级别、格式、文件输出；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程序调试方法：断点、单步、打印调试法；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工单项目0.5实操：编写健壮的工业数据采集程序（捕获文件不存在、数据格式错误等≥2种异常，记录日志）；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中期诊断：进度检查、困难学生识别、补强计划启动。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关键代码：健壮读取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try: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t, p = line.split(","); float(t); float(p)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log.info("第%d条成功:%s", i, line); ok +=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except ValueError: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log.warning("脏数据跳过:%r", line); skip +=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finally: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pass                       # 收尾:写统计/关资源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实施任务：工单0.5《健壮的工业数据采集程序》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采集统计输出(成功/跳过/失败)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脏数据写入bad_records.csv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中期自评问卷+教师快问快答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≥2种异常+基本日志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统计正确；脏数据可追溯+规范率≥90%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 ｜ 实测捕获异常 3 种 ｜ 日志 65 行（INFO 35/WARNING 24/ERROR 6）｜ 定位到行 42 处 ｜ bad_records.csv 4 行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规范率门槛≥75% [达标] ｜ 功能OK ｜ 处理≥2 种异常 + 基本日志（run.log 非空）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规范率门槛≥80% [达标] ｜ 功能OK ｜ INFO/WARNING/ERROR 三级日志分明；统计输出正确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规范率门槛≥90% [达标] ｜ 功能OK ｜ ≥3 种异常 + 完整 finally；日志可定位到行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规范率门槛≥90% [达标] ｜ 功能OK ｜ 达 B 且脏数据自动写入 bad_records.csv 备查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坏数据不进结果集，已自动写入 bad_records.csv 备查；人工复核隔离区后决定重采或补录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工程化项目/w06_robust_collector/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src/robust_collector/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故障注入体验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删数据文件触发异常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看日志ERROR行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恢复文件再跑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能读日志定位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规范率门槛≥75%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基础捕获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捕获文件缺失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捕获转换错误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WARNING记录跳过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2异常+基本日志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规范率门槛≥80%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完整健壮程序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日志双输出配置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try/except/finally完整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统计输出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3异常+finally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断点续采+bad_records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脏数据写csv备查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异常后从断点继续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日志带行号定位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3异常+可定位日志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把采集程序改造成“可重跑”：异常后从断点继续而非重来)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采集统计输出(成功/跳过/失败)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脏数据写入bad_records.csv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中期自评问卷+教师快问快答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日志格式统一：时间 级别 线程 消息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统计数字要在finally里输出，出错也能看到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问卷如实填，补强计划据此启动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裸except吞异常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连Ctrl+C都拦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写明异常类型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日志中文乱码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编码缺省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FileHandler(encoding='utf-8')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except里pass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错误被掩盖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至少log.error记录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D·学徒（≥60）：故障注入体验——跟做保底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C·操作员（≥70）：基础捕获——基础完成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B·组长（≥80）：完整健壮程序——标准达成+帮带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A·师傅（≥90）：断点续采+bad_records——进阶拓展+费曼讲解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步骤1：采集统计输出(成功/跳过/失败)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步骤2：脏数据写入bad_records.csv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步骤3：中期自评问卷+教师快问快答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完成工单项目0.5《健壮的工业数据采集程序》：及格标准处理≥2种异常+基本日志；优秀标准≥3种异常+try/except/finally完整+日志可追踪；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完成中期自评表与学习计划修订；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预习列表与字典容器。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采集统计: 成功3 跳过2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0.5任务书——步骤/及格线/评分细则都在里面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0.5的技能点即其最小实现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微课知识卡：配置双输出日志(控制台+文件)——应用：见工单starter与教（5分钟视频+导学单）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异常=运行时错误对象；类型即线索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try/except/else/finally四段结构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精确捕获：FileNotFoundError/ValueError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77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77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给程序写病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历本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异常=运行时错误对象；类型即线索——应用：见工单starter与教师参考实现 · try/except/else/finally四段结构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配置双输出日志(控制台+文件)——应用：见工单starter与教师参考实现 · 捕获多类型异常并分级记录——应用：见工单starter与教师参考实现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裸except吞异常 · 日志中文乱码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本周主题：配置双输出日志(控制台+文件)——应用：见工单starter与教——5分钟视频+导学单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logging比print好在哪？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排错题：出现「裸except吞异常」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原因：连Ctrl+C都拦；解决：写明异常类型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异常=运行时错误对象；类型即线索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77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知识：异常=运行时错误对象；类型即线索；try/except/else/fina；精确捕获：FileNotFoundErr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技能：配置双输出日志(控制台+文件)——应用：见工单starter与教师参考实现；捕获多类型异常并分级记录——应用：见工单starter与教师参考实现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交付：工单0.5《健壮的工业数据采集程序》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77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正则解析报文键值对——应用：见工单starter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正则八块积木：\d \w [] + * 分别匹配什么？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w06_robust_collector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实测捕获异常 3 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日志 65 行（INFO 35/WARNING 24/ERROR 6）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定位到行 42 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bad_records.csv 4 行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处理≥2 种异常 + 基本日志（run.log 非空）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规范率门槛≥75%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INFO/WARNING/ERROR 三级日志分明；统计输出正确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规范率门槛≥80%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≥3 种异常 + 完整 finally；日志可定位到行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达 B 且脏数据自动写入 bad_records.csv 备查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4E16"/>
                </a:solidFill>
                <a:latin typeface="微软雅黑"/>
              </a:rPr>
              <a:t>人工答辩项 0 条：四档门槛均由代码实测判定</a:t>
            </a:r>
          </a:p>
          <a:p>
            <a:r>
              <a:rPr sz="10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w06_robust_collector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项目：02-程序设计基础/工程化项目/w06_robust_collector/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10:46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工具/ppt97/evidence/w06_robust_collector/（capture97.py 真跑捕获，未改写数字）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