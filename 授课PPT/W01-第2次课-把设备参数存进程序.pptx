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78"/>
    <p:sldId id="364" r:id="rId82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8.xml"/><Relationship Id="rId70" Type="http://schemas.openxmlformats.org/officeDocument/2006/relationships/slide" Target="slides/slide39.xml"/><Relationship Id="rId72" Type="http://schemas.openxmlformats.org/officeDocument/2006/relationships/slide" Target="slides/slide40.xml"/><Relationship Id="rId74" Type="http://schemas.openxmlformats.org/officeDocument/2006/relationships/slide" Target="slides/slide41.xml"/><Relationship Id="rId76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36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37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3" Type="http://schemas.openxmlformats.org/officeDocument/2006/relationships/slide" Target="slides/slide74.xml"/><Relationship Id="rId114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input()录入设备参数并校验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print格式对齐输出台账卡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交换两个变量的3种写法试验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含输入校验；格式对齐美观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把6个变量组织成字典并循环打印“设备铭牌”卡片（为W4铺路）)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input()录入设备参数并校验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print格式对齐输出台账卡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交换两个变量的3种写法试验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浮点比较用容差 abs(a-b)&lt;1e-6，不用==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除法/是浮点结果，//才是整除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保存文件用UTF-8编码避免乱码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步骤1：input()录入设备参数并校验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步骤2：print格式对齐输出台账卡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步骤3：交换两个变量的3种写法试验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