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71"/>
    <p:sldId id="257" r:id="rId9"/>
    <p:sldId id="258" r:id="rId10"/>
    <p:sldId id="259" r:id="rId11"/>
    <p:sldId id="260" r:id="rId12"/>
    <p:sldId id="261" r:id="rId13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5" r:id="rId47"/>
    <p:sldId id="297" r:id="rId49"/>
    <p:sldId id="299" r:id="rId51"/>
    <p:sldId id="301" r:id="rId53"/>
    <p:sldId id="305" r:id="rId57"/>
    <p:sldId id="307" r:id="rId59"/>
    <p:sldId id="308" r:id="rId60"/>
    <p:sldId id="310" r:id="rId62"/>
    <p:sldId id="312" r:id="rId64"/>
    <p:sldId id="314" r:id="rId66"/>
    <p:sldId id="315" r:id="rId67"/>
    <p:sldId id="363" r:id="rId78"/>
    <p:sldId id="364" r:id="rId82"/>
    <p:sldId id="365" r:id="rId75"/>
    <p:sldId id="366" r:id="rId73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61" r:id="rId113"/>
    <p:sldId id="362" r:id="rId114"/>
    <p:sldId id="368" r:id="rId69"/>
    <p:sldId id="369" r:id="rId6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7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80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40.xml"/><Relationship Id="rId69" Type="http://schemas.openxmlformats.org/officeDocument/2006/relationships/slide" Target="slides/slide79.xml"/><Relationship Id="rId70" Type="http://schemas.openxmlformats.org/officeDocument/2006/relationships/slide" Target="slides/slide41.xml"/><Relationship Id="rId71" Type="http://schemas.openxmlformats.org/officeDocument/2006/relationships/slide" Target="slides/slide78.xml"/><Relationship Id="rId72" Type="http://schemas.openxmlformats.org/officeDocument/2006/relationships/slide" Target="slides/slide42.xml"/><Relationship Id="rId73" Type="http://schemas.openxmlformats.org/officeDocument/2006/relationships/slide" Target="slides/slide39.xml"/><Relationship Id="rId74" Type="http://schemas.openxmlformats.org/officeDocument/2006/relationships/slide" Target="slides/slide43.xml"/><Relationship Id="rId75" Type="http://schemas.openxmlformats.org/officeDocument/2006/relationships/slide" Target="slides/slide38.xml"/><Relationship Id="rId76" Type="http://schemas.openxmlformats.org/officeDocument/2006/relationships/slide" Target="slides/slide44.xml"/><Relationship Id="rId77" Type="http://schemas.openxmlformats.org/officeDocument/2006/relationships/slide" Target="slides/slide45.xml"/><Relationship Id="rId78" Type="http://schemas.openxmlformats.org/officeDocument/2006/relationships/slide" Target="slides/slide36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1" Type="http://schemas.openxmlformats.org/officeDocument/2006/relationships/slide" Target="slides/slide48.xml"/><Relationship Id="rId82" Type="http://schemas.openxmlformats.org/officeDocument/2006/relationships/slide" Target="slides/slide37.xml"/><Relationship Id="rId83" Type="http://schemas.openxmlformats.org/officeDocument/2006/relationships/slide" Target="slides/slide49.xml"/><Relationship Id="rId84" Type="http://schemas.openxmlformats.org/officeDocument/2006/relationships/slide" Target="slides/slide50.xml"/><Relationship Id="rId85" Type="http://schemas.openxmlformats.org/officeDocument/2006/relationships/slide" Target="slides/slide51.xml"/><Relationship Id="rId86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5" Type="http://schemas.openxmlformats.org/officeDocument/2006/relationships/slide" Target="slides/slide61.xml"/><Relationship Id="rId96" Type="http://schemas.openxmlformats.org/officeDocument/2006/relationships/slide" Target="slides/slide62.xml"/><Relationship Id="rId97" Type="http://schemas.openxmlformats.org/officeDocument/2006/relationships/slide" Target="slides/slide63.xml"/><Relationship Id="rId98" Type="http://schemas.openxmlformats.org/officeDocument/2006/relationships/slide" Target="slides/slide64.xml"/><Relationship Id="rId99" Type="http://schemas.openxmlformats.org/officeDocument/2006/relationships/slide" Target="slides/slide65.xml"/><Relationship Id="rId100" Type="http://schemas.openxmlformats.org/officeDocument/2006/relationships/slide" Target="slides/slide66.xml"/><Relationship Id="rId101" Type="http://schemas.openxmlformats.org/officeDocument/2006/relationships/slide" Target="slides/slide67.xml"/><Relationship Id="rId102" Type="http://schemas.openxmlformats.org/officeDocument/2006/relationships/slide" Target="slides/slide68.xml"/><Relationship Id="rId103" Type="http://schemas.openxmlformats.org/officeDocument/2006/relationships/slide" Target="slides/slide69.xml"/><Relationship Id="rId104" Type="http://schemas.openxmlformats.org/officeDocument/2006/relationships/slide" Target="slides/slide70.xml"/><Relationship Id="rId105" Type="http://schemas.openxmlformats.org/officeDocument/2006/relationships/slide" Target="slides/slide71.xml"/><Relationship Id="rId106" Type="http://schemas.openxmlformats.org/officeDocument/2006/relationships/slide" Target="slides/slide72.xml"/><Relationship Id="rId107" Type="http://schemas.openxmlformats.org/officeDocument/2006/relationships/slide" Target="slides/slide73.xml"/><Relationship Id="rId108" Type="http://schemas.openxmlformats.org/officeDocument/2006/relationships/slide" Target="slides/slide74.xml"/><Relationship Id="rId109" Type="http://schemas.openxmlformats.org/officeDocument/2006/relationships/slide" Target="slides/slide75.xml"/><Relationship Id="rId113" Type="http://schemas.openxmlformats.org/officeDocument/2006/relationships/slide" Target="slides/slide76.xml"/><Relationship Id="rId11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开场30秒：本次课《把设备参数存进程序》，80分钟＝2课时×40分钟。课前已发工单+starter+微课知识卡，资讯·计划线上完成。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详解B1·变量与动态类型：先读定义→场景为什么用它→看代码实例→扩展给A层。C/D层掌握前三格，A层加扩展格。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详解B2·四种基本类型：先读定义→场景为什么用它→看代码实例→扩展给A层。C/D层掌握前三格，A层加扩展格。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详解B3·type与类型转换：先读定义→场景为什么用它→看代码实例→扩展给A层。C/D层掌握前三格，A层加扩展格。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详解B4·f-string格式化：先读定义→场景为什么用它→看代码实例→扩展给A层。C/D层掌握前三格，A层加扩展格。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详解B5·单位换算公式：先读定义→场景为什么用它→看代码实例→扩展给A层。C/D层掌握前三格，A层加扩展格。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详解B6·PEP 8启蒙：先读定义→场景为什么用它→看代码实例→扩展给A层。C/D层掌握前三格，A层加扩展格。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把设备参数存进程序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把设备参数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存进程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Python变量为什么不需要先声明类型？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Python开发环境安装(IDE/解释器)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print与input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变量与基本数据类型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题目：Python变量为什么不需要先声明类型？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知识详解：变量与动态类型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变量与动态类型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变量不是盒子是标签：贴在值上，随时可揭下换贴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给泵编号、温度起名字——一切代码从贴标签开始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dev_code='PUMP-03'; temp=78.5; temp=True（合法）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误区：以为temp被'锁死'是float——类型跟着值走，换值就换型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知识详解：四种基本类型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四种基本类型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int整数账/float小数表/str文字牌/bool开关灯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设备台账四类字段各归其位：编号/温度/名称/运行中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code='P3' temp=78.5 name='3号泵' run=True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误区：'78.5'加引号就成文本不能加减——int('78.5')还会炸，用float()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知识详解：type与类型转换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type与类型转换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type()是照妖镜；int()/float()/str()是变形口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input()读进来的永远是str——算术前必须变形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t=float(input('温度?')); isinstance(t,float)守卫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误区：int('36.5')直接ValueError——先float再int，或round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知识详解：f-string格式化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f-string格式化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f-string=填空模板：引号前加f，花括号挖坑变量填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台账卡/告警信息的标准写法——车间打印全靠它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print(f'温度{temp:.1f}℃ 编号{dev_code}')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误区：忘写f前缀→花括号原样输出；:.2f是两位小数不是乘2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知识详解：单位换算公式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单位换算公式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换算=数学表达式进变量：F=C*9/5+32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进口仪表(℉/psi)与国产系统(℃/MPa)对接必经之路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f_temp = temp*9/5+32 → 78.5℃=173.3℉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先乘除后加减与数学一致；拿78.5手算一遍对答案再信代码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知识详解：PEP 8启蒙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PEP 8启蒙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命名如工牌：小写+下划线snake_case，一眼认人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台账给人看——三个月后自己都读不懂的名字=废码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device_code✓ deviceCode✗ DeviceCode✗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误区：中文变量名能跑但IDE/同事抓狂——缩进统一4空格禁Tab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把设备参数存进程序（1）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输入与输出：input()、print()、f-string格式化；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数据类型转换与单位换算（摄氏度→华氏度、kPa→MPa）；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工单项目0.1实操：定义≥6个变量、涵盖≥3种数据类型，完成设备参数初始化系统；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代码规范启蒙：变量命名规则与PEP 8基础（目标规范率70%）。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input()录入设备参数并校验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print格式对齐输出台账卡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交换两个变量的3种写法试验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含输入校验；格式对齐美观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台账变量 10 个/4 种类型(bool,float,int,str) ｜ 换算函数 3 个、独立公式复核错 0 处 ｜ 冒号列 7 行同列 1 ｜ input() 实测: 越界/非数字当场拒收=True ｜ 范围提示进提问行=True ｜ 合法录入出卡=True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≥6 个变量、≥3 种数据类型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输出格式清晰对齐（实测口径：≥5 条键值行冒号同列）；换算正确（实测口径：独立公式逐条复核 0 失败）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≥8 变量、4 种类型；换算≥2 处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且使用 input() 录入并校验（温度范围提示）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共 3 台设备；danger 级需当班处置并回填工单；台账 10 变量/4 类型，换算 3 处；实测达成档位: 优(A)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工程化项目/w01_device_init/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src/device_init/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w01_device_init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台账变量 10 个/4 种类型(bool,float,int,str)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换算函数 3 个、独立公式复核错 0 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冒号列 7 行同列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input() 实测: 越界/非数字当场拒收=True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范围提示进提问行=True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≥6 个变量、≥3 种数据类型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输出格式清晰对齐（实测口径：≥5 条键值行冒号同列）；换算正确（实测口径：独立公式逐条复核 0 失败）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≥8 变量、4 种类型；换算≥2 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且使用 input() 录入并校验（温度范围提示）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w01_device_init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项目：02-程序设计基础/工程化项目/w01_device_init/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工具/ppt97/evidence/w01_device_init/（capture97.py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把6个变量组织成字典并循环打印“设备铭牌”卡片（为W4铺路）)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input()录入设备参数并校验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print格式对齐输出台账卡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交换两个变量的3种写法试验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浮点比较用容差 abs(a-b)&lt;1e-6，不用==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除法/是浮点结果，//才是整除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保存文件用UTF-8编码避免乱码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步骤1：input()录入设备参数并校验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步骤2：print格式对齐输出台账卡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步骤3：交换两个变量的3种写法试验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微课知识卡：安装Python与PyCharm CE并运行首程序——应用：见工（5分钟视频+导学单）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变量=给值贴标签；动态类型随值走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四种基本类型：int/float/str/bool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type()查看类型；int('36')显式转换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把设备参数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存进程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本周主题：安装Python与PyCharm CE并运行首程序——应用：见工——5分钟视频+导学单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Python变量为什么不需要先声明类型？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