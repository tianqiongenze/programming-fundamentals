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2" r:id="rId44"/>
    <p:sldId id="295" r:id="rId47"/>
    <p:sldId id="297" r:id="rId49"/>
    <p:sldId id="299" r:id="rId51"/>
    <p:sldId id="301" r:id="rId53"/>
    <p:sldId id="302" r:id="rId54"/>
    <p:sldId id="306" r:id="rId58"/>
    <p:sldId id="308" r:id="rId60"/>
    <p:sldId id="309" r:id="rId61"/>
    <p:sldId id="313" r:id="rId65"/>
    <p:sldId id="314" r:id="rId66"/>
    <p:sldId id="315" r:id="rId67"/>
    <p:sldId id="316" r:id="rId68"/>
    <p:sldId id="364" r:id="rId79"/>
    <p:sldId id="365" r:id="rId76"/>
    <p:sldId id="366" r:id="rId83"/>
    <p:sldId id="367" r:id="rId74"/>
    <p:sldId id="317" r:id="rId69"/>
    <p:sldId id="319" r:id="rId71"/>
    <p:sldId id="321" r:id="rId73"/>
    <p:sldId id="323" r:id="rId75"/>
    <p:sldId id="325" r:id="rId77"/>
    <p:sldId id="326" r:id="rId78"/>
    <p:sldId id="328" r:id="rId80"/>
    <p:sldId id="329" r:id="rId81"/>
    <p:sldId id="330" r:id="rId82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62" r:id="rId114"/>
    <p:sldId id="363" r:id="rId1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4" Type="http://schemas.openxmlformats.org/officeDocument/2006/relationships/slide" Target="slides/slide23.xml"/><Relationship Id="rId47" Type="http://schemas.openxmlformats.org/officeDocument/2006/relationships/slide" Target="slides/slide24.xml"/><Relationship Id="rId49" Type="http://schemas.openxmlformats.org/officeDocument/2006/relationships/slide" Target="slides/slide25.xml"/><Relationship Id="rId51" Type="http://schemas.openxmlformats.org/officeDocument/2006/relationships/slide" Target="slides/slide26.xml"/><Relationship Id="rId53" Type="http://schemas.openxmlformats.org/officeDocument/2006/relationships/slide" Target="slides/slide27.xml"/><Relationship Id="rId54" Type="http://schemas.openxmlformats.org/officeDocument/2006/relationships/slide" Target="slides/slide28.xml"/><Relationship Id="rId58" Type="http://schemas.openxmlformats.org/officeDocument/2006/relationships/slide" Target="slides/slide29.xml"/><Relationship Id="rId60" Type="http://schemas.openxmlformats.org/officeDocument/2006/relationships/slide" Target="slides/slide30.xml"/><Relationship Id="rId61" Type="http://schemas.openxmlformats.org/officeDocument/2006/relationships/slide" Target="slides/slide31.xml"/><Relationship Id="rId65" Type="http://schemas.openxmlformats.org/officeDocument/2006/relationships/slide" Target="slides/slide32.xml"/><Relationship Id="rId66" Type="http://schemas.openxmlformats.org/officeDocument/2006/relationships/slide" Target="slides/slide33.xml"/><Relationship Id="rId67" Type="http://schemas.openxmlformats.org/officeDocument/2006/relationships/slide" Target="slides/slide34.xml"/><Relationship Id="rId68" Type="http://schemas.openxmlformats.org/officeDocument/2006/relationships/slide" Target="slides/slide35.xml"/><Relationship Id="rId69" Type="http://schemas.openxmlformats.org/officeDocument/2006/relationships/slide" Target="slides/slide38.xml"/><Relationship Id="rId71" Type="http://schemas.openxmlformats.org/officeDocument/2006/relationships/slide" Target="slides/slide39.xml"/><Relationship Id="rId73" Type="http://schemas.openxmlformats.org/officeDocument/2006/relationships/slide" Target="slides/slide40.xml"/><Relationship Id="rId74" Type="http://schemas.openxmlformats.org/officeDocument/2006/relationships/slide" Target="slides/slide77.xml"/><Relationship Id="rId75" Type="http://schemas.openxmlformats.org/officeDocument/2006/relationships/slide" Target="slides/slide41.xml"/><Relationship Id="rId76" Type="http://schemas.openxmlformats.org/officeDocument/2006/relationships/slide" Target="slides/slide37.xml"/><Relationship Id="rId77" Type="http://schemas.openxmlformats.org/officeDocument/2006/relationships/slide" Target="slides/slide42.xml"/><Relationship Id="rId78" Type="http://schemas.openxmlformats.org/officeDocument/2006/relationships/slide" Target="slides/slide43.xml"/><Relationship Id="rId79" Type="http://schemas.openxmlformats.org/officeDocument/2006/relationships/slide" Target="slides/slide36.xml"/><Relationship Id="rId80" Type="http://schemas.openxmlformats.org/officeDocument/2006/relationships/slide" Target="slides/slide44.xml"/><Relationship Id="rId81" Type="http://schemas.openxmlformats.org/officeDocument/2006/relationships/slide" Target="slides/slide45.xml"/><Relationship Id="rId82" Type="http://schemas.openxmlformats.org/officeDocument/2006/relationships/slide" Target="slides/slide46.xml"/><Relationship Id="rId83" Type="http://schemas.openxmlformats.org/officeDocument/2006/relationships/slide" Target="slides/slide76.xml"/><Relationship Id="rId84" Type="http://schemas.openxmlformats.org/officeDocument/2006/relationships/slide" Target="slides/slide47.xml"/><Relationship Id="rId85" Type="http://schemas.openxmlformats.org/officeDocument/2006/relationships/slide" Target="slides/slide48.xml"/><Relationship Id="rId86" Type="http://schemas.openxmlformats.org/officeDocument/2006/relationships/slide" Target="slides/slide49.xml"/><Relationship Id="rId87" Type="http://schemas.openxmlformats.org/officeDocument/2006/relationships/slide" Target="slides/slide50.xml"/><Relationship Id="rId88" Type="http://schemas.openxmlformats.org/officeDocument/2006/relationships/slide" Target="slides/slide51.xml"/><Relationship Id="rId89" Type="http://schemas.openxmlformats.org/officeDocument/2006/relationships/slide" Target="slides/slide52.xml"/><Relationship Id="rId90" Type="http://schemas.openxmlformats.org/officeDocument/2006/relationships/slide" Target="slides/slide53.xml"/><Relationship Id="rId91" Type="http://schemas.openxmlformats.org/officeDocument/2006/relationships/slide" Target="slides/slide54.xml"/><Relationship Id="rId92" Type="http://schemas.openxmlformats.org/officeDocument/2006/relationships/slide" Target="slides/slide55.xml"/><Relationship Id="rId93" Type="http://schemas.openxmlformats.org/officeDocument/2006/relationships/slide" Target="slides/slide56.xml"/><Relationship Id="rId94" Type="http://schemas.openxmlformats.org/officeDocument/2006/relationships/slide" Target="slides/slide57.xml"/><Relationship Id="rId95" Type="http://schemas.openxmlformats.org/officeDocument/2006/relationships/slide" Target="slides/slide58.xml"/><Relationship Id="rId96" Type="http://schemas.openxmlformats.org/officeDocument/2006/relationships/slide" Target="slides/slide59.xml"/><Relationship Id="rId97" Type="http://schemas.openxmlformats.org/officeDocument/2006/relationships/slide" Target="slides/slide60.xml"/><Relationship Id="rId98" Type="http://schemas.openxmlformats.org/officeDocument/2006/relationships/slide" Target="slides/slide61.xml"/><Relationship Id="rId99" Type="http://schemas.openxmlformats.org/officeDocument/2006/relationships/slide" Target="slides/slide62.xml"/><Relationship Id="rId100" Type="http://schemas.openxmlformats.org/officeDocument/2006/relationships/slide" Target="slides/slide63.xml"/><Relationship Id="rId101" Type="http://schemas.openxmlformats.org/officeDocument/2006/relationships/slide" Target="slides/slide64.xml"/><Relationship Id="rId102" Type="http://schemas.openxmlformats.org/officeDocument/2006/relationships/slide" Target="slides/slide65.xml"/><Relationship Id="rId103" Type="http://schemas.openxmlformats.org/officeDocument/2006/relationships/slide" Target="slides/slide66.xml"/><Relationship Id="rId104" Type="http://schemas.openxmlformats.org/officeDocument/2006/relationships/slide" Target="slides/slide67.xml"/><Relationship Id="rId105" Type="http://schemas.openxmlformats.org/officeDocument/2006/relationships/slide" Target="slides/slide68.xml"/><Relationship Id="rId106" Type="http://schemas.openxmlformats.org/officeDocument/2006/relationships/slide" Target="slides/slide69.xml"/><Relationship Id="rId107" Type="http://schemas.openxmlformats.org/officeDocument/2006/relationships/slide" Target="slides/slide70.xml"/><Relationship Id="rId108" Type="http://schemas.openxmlformats.org/officeDocument/2006/relationships/slide" Target="slides/slide71.xml"/><Relationship Id="rId109" Type="http://schemas.openxmlformats.org/officeDocument/2006/relationships/slide" Target="slides/slide72.xml"/><Relationship Id="rId110" Type="http://schemas.openxmlformats.org/officeDocument/2006/relationships/slide" Target="slides/slide73.xml"/><Relationship Id="rId114" Type="http://schemas.openxmlformats.org/officeDocument/2006/relationships/slide" Target="slides/slide74.xml"/><Relationship Id="rId115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开场30秒：本次课《用容器装下整条产线》，80分钟＝2课时×40分钟。课前已发工单+starter+微课知识卡，资讯·计划线上完成。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情境说书（30秒，口头讲，不必逐字念）：车间数据三张皮：设备报文、CSV台账、JSON配置互不相认。集团数据中台来函要求统一格式上报——工单1.1：写一个格式转换器，让三种方言说普通话。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详解B1·列表与字典选型：先读定义→场景为什么用它→看代码实例→扩展给A层。C/D层掌握前三格，A层加扩展格。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详解B2·集合与元组：先读定义→场景为什么用它→看代码实例→扩展给A层。C/D层掌握前三格，A层加扩展格。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详解B3·正则八积木：先读定义→场景为什么用它→看代码实例→扩展给A层。C/D层掌握前三格，A层加扩展格。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详解B4·re三方法：先读定义→场景为什么用它→看代码实例→扩展给A层。C/D层掌握前三格，A层加扩展格。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详解B5·r前缀防转义：先读定义→场景为什么用它→看代码实例→扩展给A层。C/D层掌握前三格，A层加扩展格。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详解B6·统一schema：先读定义→场景为什么用它→看代码实例→扩展给A层。C/D层掌握前三格，A层加扩展格。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现场演示《报文正则解析》：三步走——先整段跑通看结果，再逐行讲关键语句，最后现场改一个参数看输出变化（演10分钟的核心素材）。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工单发布话术：'精密制造事业部发来工单1.1《工业数据格式转换工具》，及格线是≥，优秀线看A层标准'——念完发starter。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错误速查：现场演示第一条——制造「正则把整行吞了」，带着学生按'现象→原因→解决'三步排查。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预习知识点：列表操作(增删改查/切片)；列表推导式 | 课中检查知识点：能管理设备列表；能用[x*2 for x in data]变换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用容器装下整条产线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第七周 · 第13次课（2课时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用容器装下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整条产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 · 集合自动去重；元组不可变——应用：见工单starter与教师参考实现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正则八积木：\d \w + * [] () · re.match/findall/search三方法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正则解析报文键值对——应用：见工单starter与教师参考实现 · CSV/JSON双格式解析——应用：见工单starter与教师参考实现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技能线：正则解析报文键值对——应用：见工单starter与教师参考实现；CSV/JSON双格式解析——应用：见工单starter与教师参考实现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1.1《工业数据格式转换工具》——本课工单即考核单元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目标：掌握列表、字典、集合的特性和基本操作；掌握字符串常用方法与正则表达式基础语法。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目标：能够使用正则从工业报文中提取关键信息并用容器组织数据；能够完成≥2种数据格式的转换；代码规范率≥75%。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目标：体会“选择合适数据结构”对程序清晰度的影响，培养数据组织的设计意识。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正则八块积木：\d \w [] + * 分别匹配什么？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项目4 持校园卡，记生活账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列表操作(增删改查/切片)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列表推导式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课中检查｜上次课（W6）抽查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能import random生成测试数据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能用try-except捕获文件异常（中期诊断周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题目：正则八块积木：\d \w [] + * 分别匹配什么？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车间数据三张皮：设备报文、CSV台账、JSON配置互不相认。集团数据中台来函要求统一格式上报——工单1.1：写一个格式转换器，让三种方言说普通话。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任务背景：车间数据三张皮：设备报文、CSV台账、JSON配置互不相认。集团数据中台来函要求统一格式上报——工单1.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掌握列表、字典、集合的特性和基本操作；掌握字符串常用方法与正则表达式基础语法。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能够使用正则从工业报文中提取关键信息并用容器组织数据；能够完成≥2种数据格式的转换；代码规范率≥75%。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体会“选择合适数据结构”对程序清晰度的影响，培养数据组织的设计意识。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知识详解：列表与字典选型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列表与字典选型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列表=点名册(有序可重复)；字典=查号台(按键秒查O(1))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设备清单用列表；'编号→温度'台账用字典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devs=['PUMP-03','FAN-02']; t={'PUMP-03':78.5}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选型口诀：按顺序用列表按名字找用字典——选错全程序别扭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知识详解：集合与元组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集合与元组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集合=去重筐(无序)；元组=封条箱子(装好不许改)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设备类型去重；坐标/配置等只读数据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set(['PUMP','PUMP','FAN'])→{'PUMP','FAN'}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误区：元组作字典键可以列表不行——可变对象不可哈希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知识详解：正则八积木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正则八积木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正则=给文本画的'通缉画像'：\d数字\w字符+至少1 []任选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从日志里抠设备编号/温度——字符串里的寻人启事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r'DEV-\d+' 一眼匹配 DEV-001/DEV-002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误区：想一次写出完美正则——先匹配简单版再逐步收紧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知识详解：re三方法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re三方法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match=从头核身份/findall=全城搜人/search=全城找第一个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匹配与提取分开选：提取用findall最常用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re.findall(r'\d+\.\d+', log) 抠出所有小数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误区：match匹配不到返回None不是报错——先判None再用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知识详解：r前缀防转义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r前缀防转义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r前缀='原样念'：\d不被Python抢先翻译一层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写正则不加r会遭双倍转义噩梦——r是正则标配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r'\d+' 等价 '\\d+'——前者人类可读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误区：Windows路径同理用r'C:\data'——少一半反斜杠烦恼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知识详解：统一schema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统一schema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统一schema=进港集装箱规格统一——码头只认一种箱型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Modbus/CSV/MQTT三源数据→统一成标准字典再进下游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统一为 {'code':…,'ts':…,'metrics':{…}}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误区：边接边改格式=下游每接一源改一版——适配做在入口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知识应用（6）：统一schema：多源输入→标准字典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统一schema：多源输入→标准字典。在两江智造产线上的用法：见工单starter与教师参考实现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正则解析报文键值对——应用：见工单starter与教师参考实现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CSV/JSON双格式解析——应用：见工单starter与教师参考实现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三格式统一映射标准结构——应用：见工单starter与教师参考实现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按决策矩阵完成容器选型——应用：见工单starter与教师参考实现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用容器装下整条产线（1）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列表：定义、索引、切片、增删改查、遍历；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字典：键值对建模设备属性、get方法、遍历；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集合与元组：去重、不可变序列的用途。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关键代码：报文正则解析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re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msg = "DEV-01:temp=56.3C;press=0.45MPa;status=RUN"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 = re.match(r"([A-Z]+-\d+):", msg).group(1)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kv = re.findall(r"(\w+)=([\d.]+|\w+)", msg)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metrics = {k: float(v) if re.fullmatch(r"[\d.]+", v) else 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for k, v in kv}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决策：容器选型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数据形态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列表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字典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集合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有序重复测点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设备→参数映射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去重设备ID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本课决策题：决策：容器选型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实施任务：工单1.1《工业数据格式转换工具》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正则解析报文串DEV-01:temp=56.3C;...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CSV行/JSON串解析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统一转标准字典结构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≥2种格式+正则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≥3格式+容错(缺字段置None)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解析成功格式 csv/json/kv（正则 kv 通道 2 条）｜ 字典结构统一: 是 ｜ 隔离 2 条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批量转换实测: 样本 3 个文件 / 7 行 → 成功 5 失败 2，产物回读 5 行（统计与产物逐行核对）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规范率门槛≥75% [达标] ｜ 功能OK ｜ 处理≥2 种格式 + 使用正则（kv 通道实测走通）；规范率≥75%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规范率门槛≥80% [达标] ｜ 功能OK ｜ 三种格式全通；字典结构统一（实测键集合一致）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规范率门槛≥90% [达标] ｜ 功能OK ｜ ≥3 种格式 + 容错（缺字段/乱序报文实测通过）；规范率≥90%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规范率门槛≥90% [达标] ｜ 功能OK ｜ 达 B 且批量转换多个样本文件并输出转换统计（实测计数）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人工答辩项 3 条（教师答辩时确认）: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· 课堂决策矩阵（列表/字典/集合选型）工单填写照片核对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· 课中抽查：能 import random 生成测试数据（口述/白板）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工程化项目/w07_packet_parser/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src/packet_parser/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正则体验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\d+改\d{2}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观察匹配变化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能改模式匹配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双格式解析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报文解析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JSON解析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打印对照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能出标准字典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三格式全通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报文正则解析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CSV/JSON解析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统一{device_id,metrics}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结构统一无错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容错解析器+批量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缺字段置None容错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批量转换文件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输出成功率统计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3格式+成功率统计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解析器支持缺字段容错（置None）并统计各格式解析成功率)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正则解析报文串DEV-01:temp=56.3C;...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CSV行/JSON串解析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统一转标准字典结构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正则前加r前缀防转义踩坑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用re.findall(r'(\w+)=([\d.]+)')提取键值对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数值字段转float再进字典，别存字符串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正则把整行吞了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贪婪.*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用[\d.]+限定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键名带空格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没strip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切分后strip()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str当float用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忘了转换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数值字段float()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D·学徒（≥60）：正则体验——跟做保底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C·操作员（≥70）：双格式解析——基础完成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B·组长（≥80）：三格式全通——标准达成+帮带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A·师傅（≥90）：容错解析器+批量——进阶拓展+费曼讲解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步骤1：正则解析报文串DEV-01:temp=56.3C;...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步骤2：CSV行/JSON串解析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步骤3：统一转标准字典结构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完成工单项目1.1《工业数据格式转换工具》：及格标准处理≥2种格式+使用正则；优秀标准≥3种格式+结构清晰+规范率≥90%；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完成10条报文解析练习；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预习文件读写操作。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{'device_id': 'DEV-01', 'metrics': {'temp': 56.3, 'press': 0.45…  ×3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微课知识卡：正则解析报文键值对——应用：见工单starter与教师参考实现（5分钟视频+导学单）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列表有序可重复；字典键值O(1)查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集合自动去重；元组不可变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正则八积木：\d \w + * [] 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用容器装下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整条产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 · 集合自动去重；元组不可变——应用：见工单starter与教师参考实现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正则解析报文键值对——应用：见工单starter与教师参考实现 · CSV/JSON双格式解析——应用：见工单starter与教师参考实现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正则把整行吞了 · 键名带空格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本周主题：正则解析报文键值对——应用：见工单starter与教师参考实现——5分钟视频+导学单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正则八块积木：\d \w [] + * 分别匹配什么？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排错题：出现「正则把整行吞了」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原因：贪婪.*；解决：用[\d.]+限定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列表有序可重复；字典键值O(1)查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知识：列表有序可重复；字典键值O(1)查；集合自动去重；元组不可变；正则八积木：\d \w + * [] (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技能：正则解析报文键值对——应用：见工单starter与教师参考实现；CSV/JSON双格式解析——应用：见工单starter与教师参考实现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交付：工单1.1《工业数据格式转换工具》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with读写CSV与JSON——应用：见工单st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with语句的好处是什么？utf-8乱码怎么处理？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w07_packet_parser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解析成功格式 csv/json/kv（正则 kv 通道 2 条）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字典结构统一: 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隔离 2 条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处理≥2 种格式 + 使用正则（kv 通道实测走通）；规范率≥75%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规范率门槛≥75%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三种格式全通；字典结构统一（实测键集合一致）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≥3 种格式 + 容错（缺字段/乱序报文实测通过）；规范率≥90%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且批量转换多个样本文件并输出转换统计（实测计数）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4E16"/>
                </a:solidFill>
                <a:latin typeface="微软雅黑"/>
              </a:rPr>
              <a:t>人工答辩项 3 条（代码不代判，答辩现场确认）：课堂决策矩阵（列表/字典/集合选型）工单填写照片核对；课中抽查：能 import random 生成测试数据（口述/白板）；提交物核对：转换输出样例与 report.txt 实测行一致</a:t>
            </a:r>
          </a:p>
          <a:p>
            <a:r>
              <a:rPr sz="10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w07_packet_parser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项目：02-程序设计基础/工程化项目/w07_packet_parser/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工具/ppt97/evidence/w07_packet_parser/（capture97.py 真跑捕获，未改写数字）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