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2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70" r:id="rId8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  <p:sldId id="372" r:id="rId66"/>
    <p:sldId id="373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5" Type="http://schemas.openxmlformats.org/officeDocument/2006/relationships/slide" Target="slides/slide81.xml"/><Relationship Id="rId66" Type="http://schemas.openxmlformats.org/officeDocument/2006/relationships/slide" Target="slides/slide80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1.xml"/><Relationship Id="rId72" Type="http://schemas.openxmlformats.org/officeDocument/2006/relationships/slide" Target="slides/slide79.xml"/><Relationship Id="rId73" Type="http://schemas.openxmlformats.org/officeDocument/2006/relationships/slide" Target="slides/slide42.xml"/><Relationship Id="rId74" Type="http://schemas.openxmlformats.org/officeDocument/2006/relationships/slide" Target="slides/slide39.xml"/><Relationship Id="rId75" Type="http://schemas.openxmlformats.org/officeDocument/2006/relationships/slide" Target="slides/slide43.xml"/><Relationship Id="rId76" Type="http://schemas.openxmlformats.org/officeDocument/2006/relationships/slide" Target="slides/slide38.xml"/><Relationship Id="rId77" Type="http://schemas.openxmlformats.org/officeDocument/2006/relationships/slide" Target="slides/slide44.xml"/><Relationship Id="rId78" Type="http://schemas.openxmlformats.org/officeDocument/2006/relationships/slide" Target="slides/slide37.xml"/><Relationship Id="rId79" Type="http://schemas.openxmlformats.org/officeDocument/2006/relationships/slide" Target="slides/slide45.xml"/><Relationship Id="rId80" Type="http://schemas.openxmlformats.org/officeDocument/2006/relationships/slide" Target="slides/slide46.xml"/><Relationship Id="rId81" Type="http://schemas.openxmlformats.org/officeDocument/2006/relationships/slide" Target="slides/slide3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40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1" Type="http://schemas.openxmlformats.org/officeDocument/2006/relationships/slide" Target="slides/slide75.xml"/><Relationship Id="rId112" Type="http://schemas.openxmlformats.org/officeDocument/2006/relationships/slide" Target="slides/slide76.xml"/><Relationship Id="rId116" Type="http://schemas.openxmlformats.org/officeDocument/2006/relationships/slide" Target="slides/slide77.xml"/><Relationship Id="rId117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开场30秒：本次课《把故障数据画成一朵云》，80分钟＝2课时×40分钟。课前已发工单+starter+微课知识卡，资讯·计划线上完成。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把故障数据画成一朵云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把故障数据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画成一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TF-IDF关键词和词频Top10会一样吗？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题目：TF-IDF关键词和词频Top10会一样吗？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把故障数据画成一朵云（1）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wordcloud词云生成：参数配置、中文字体设置、蒙版形状；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matplotlib基础绘图：柱状图展示高频故障词；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工单项目1.3实操：读取故障说明文本→分词→关键词提取→词云可视化，完成《工业故障分析报告》；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分组汇报：从词云中发现了什么故障规律。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决策：可视化重点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图表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词云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柱状图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本课决策题：决策：可视化重点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词云生成(字体fonts/SimHei.ttf)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extract_tags Top20关键词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撰写≤150字故障规律洞察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词云美观+洞察有数据支撑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分词 33 个｜词云 73047 字节｜柱状图 23686 字节｜停用词命中 4 处｜Top20 关键词 20 个｜分组词云 2 张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分词产出&gt;0 + 词云 PNG 真实落盘（&gt;1000 字节）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停用词过滤生效 + Top10 词频柱状图落盘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词云中文字体实测 + Top20 关键词 + 洞察含实测数字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且按系统分组对比词云≥2 张（如传动 vs 电气）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（人工答辩项，机器不代判）词云是否美观（蒙版/配色）——工单 B 档主观项，答辩打分；洞察结论是否与现场故障规律相符（答辩核对）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按高频故障词锁定备件与巡检重点；Top1「轴承」需优先排查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分词 33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词云 73047 字节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柱状图 23686 字节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停用词命中 4 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Top20 关键词 20 个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分词产出&gt;0 + 词云 PNG 真实落盘（&gt;1000 字节）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停用词过滤生效 + Top10 词频柱状图落盘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词云中文字体实测 + Top20 关键词 + 洞察含实测数字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且按系统分组对比词云≥2 张（如传动 vs 电气）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项目：02-程序设计基础/工程化项目/w09_text_report/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工具/ppt97/evidence/w09_text_report/（capture97.py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group_cloud_传动系统.png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output/group_cloud_传动系统.png ｜ 52 KB ｜ run.py 本次落盘</a:t>
            </a:r>
          </a:p>
        </p:txBody>
      </p:sp>
      <p:pic>
        <p:nvPicPr>
          <p:cNvPr id="19" name="Picture 18" descr="group_cloud_传动系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5303520" cy="26517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group_cloud_电气系统.png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output/group_cloud_电气系统.png ｜ 55 KB ｜ run.py 本次落盘</a:t>
            </a:r>
          </a:p>
        </p:txBody>
      </p:sp>
      <p:pic>
        <p:nvPicPr>
          <p:cNvPr id="23" name="Picture 22" descr="group_cloud_电气系统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2651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接入班级语料库（每人2条），对比扩库前后Top10变化)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词云生成(字体fonts/SimHei.ttf)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extract_tags Top20关键词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撰写≤150字故障规律洞察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generate_from_frequencies吃字典，generate吃整段文本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词云宽高800×400、白底，投影清晰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洞察要有数字支撑，忌空话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步骤1：词云生成(字体fonts/SimHei.ttf)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步骤2：extract_tags Top20关键词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步骤3：撰写≤150字故障规律洞察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微课知识卡：完成分词+停用词管线——应用：见工单starter与教师参考实现（5分钟视频+导学单）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pip安装与离线whl安装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jieba.cut精确分词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停用词过滤提升信噪比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把故障数据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画成一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本周主题：完成分词+停用词管线——应用：见工单starter与教师参考实现——5分钟视频+导学单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TF-IDF关键词和词频Top10会一样吗？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