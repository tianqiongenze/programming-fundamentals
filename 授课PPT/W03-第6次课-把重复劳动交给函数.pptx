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300" r:id="rId52"/>
    <p:sldId id="303" r:id="rId55"/>
    <p:sldId id="304" r:id="rId56"/>
    <p:sldId id="308" r:id="rId60"/>
    <p:sldId id="310" r:id="rId62"/>
    <p:sldId id="311" r:id="rId63"/>
    <p:sldId id="313" r:id="rId65"/>
    <p:sldId id="315" r:id="rId67"/>
    <p:sldId id="317" r:id="rId69"/>
    <p:sldId id="318" r:id="rId70"/>
    <p:sldId id="366" r:id="rId81"/>
    <p:sldId id="367" r:id="rId78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3" Type="http://schemas.openxmlformats.org/officeDocument/2006/relationships/slide" Target="slides/slide33.xml"/><Relationship Id="rId65" Type="http://schemas.openxmlformats.org/officeDocument/2006/relationships/slide" Target="slides/slide34.xml"/><Relationship Id="rId67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7" Type="http://schemas.openxmlformats.org/officeDocument/2006/relationships/slide" Target="slides/slide43.xml"/><Relationship Id="rId78" Type="http://schemas.openxmlformats.org/officeDocument/2006/relationships/slide" Target="slides/slide39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38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6" Type="http://schemas.openxmlformats.org/officeDocument/2006/relationships/slide" Target="slides/slide76.xml"/><Relationship Id="rId117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开场30秒：本次课《把重复劳动交给函数》，80分钟＝2课时×40分钟。课前已发工单+starter+微课知识卡，资讯·计划线上完成。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详解B1·for与while：先读定义→场景为什么用它→看代码实例→扩展给A层。C/D层掌握前三格，A层加扩展格。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详解B2·break与continue：先读定义→场景为什么用它→看代码实例→扩展给A层。C/D层掌握前三格，A层加扩展格。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详解B3·循环三要素：先读定义→场景为什么用它→看代码实例→扩展给A层。C/D层掌握前三格，A层加扩展格。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详解B4·random随机数：先读定义→场景为什么用它→看代码实例→扩展给A层。C/D层掌握前三格，A层加扩展格。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详解B5·函数封装：先读定义→场景为什么用它→看代码实例→扩展给A层。C/D层掌握前三格，A层加扩展格。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详解B6·列表与字典入门：先读定义→场景为什么用它→看代码实例→扩展给A层。C/D层掌握前三格，A层加扩展格。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现场演示《双层循环+统计》：三步走——先整段跑通看结果，再逐行讲关键语句，最后现场改一个参数看输出变化（演10分钟的核心素材）。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错误速查：现场演示第一条——制造「死循环」，带着学生按'现象→原因→解决'三步排查。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把重复劳动交给函数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把重复劳动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交给函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循环三要素：初始化/条件/更新——应用：for i in range(10):读设备[i]——初始化i/条件i&lt;10/更新i+=1三件缺一不可 · random.uniform(a,b)随机浮点；seed固定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0.2b《工业实时告警系统Ⅱ》——本课工单即考核单元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目标：能够编写150-300行的循环监测程序；能够设计多个告警函数并进行循环告警测试；代码规范率≥75%。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目标：体会“复用与抽象”的工程价值，培养用函数组织代码的模块化思维。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函数参数传入-返回值的数据流怎么走？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if-elif-else条件结构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逻辑运算符and/or/not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能写出f'{dev}温度{temp:.1f}℃'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能区分==与is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题目：函数参数传入-返回值的数据流怎么走？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任务背景：告警逻辑单机版通过，但王主任要的是'一块屏看全部'。李姐提醒：十台设备×全天循环，靠复制粘贴要写到明年—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体会“复用与抽象”的工程价值，培养用函数组织代码的模块化思维。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对应工单0.2b评分：功能40%+技术25%+规范20%+素养15%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知识详解：for与while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for与while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for=点名册逐个念；while=哨兵盯着条件转圈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10台设备逐台采集用for；持续监控用while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i in range(10): 读第i台；while running: 采集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误区：range(1,10)不含10——左闭右开'含头不含尾'，数轴画一遍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知识应用（1）：for+range遍历；while满足条件循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for+range遍历；while满足条件循环。在两江智造产线上的用法：见工单starter与教师参考实现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知识详解：break与continue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break与continue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break=拉闸走人；continue=跳过这个下一个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坏数据跳过本轮继续采；用户按停跳出全部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data is None: continue；if stop: 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误区：break只跳一层——双层循环里内层break管不住外层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知识详解：循环三要素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循环三要素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初始值/继续条件/每轮更新——缺一个就转成死循环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while手写循环的自检口诀——写前先默念三件套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i=0 → while i&lt;10 → i+=1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误区：忘i+=1死循环——急救Ctrl+C；写while先想'怎么退出来'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知识应用（3）：循环三要素：初始化/条件/更新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循环三要素：初始化/条件/更新。在两江智造产线上的用法：for i in range(10):读设备[i]——初始化i/条件i&lt;10/更新i+=1三件缺一不可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range(10):读设备[i]——初始化i/条件i&lt;10/更新i+=1三件缺一不可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知识详解：random随机数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random随机数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random.uniform(a,b)=在[a,b]扔骰子；seed=固定骰子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模拟传感器读数——没有真设备时的替身演员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random.seed(42)后每次运行数据一样——可复现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误区：不设seed每次结果不同没法调试——仿真加seed是工程惯例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知识详解：函数封装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def=给一段逻辑起名装盒：投料(参数)出产品(返回值)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告警判断/换算抽成函数——写一次处处用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c2f(c): return c*9/5+32 → c2f(78.5)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误区：忘return打印None——return是交货print是喊话，两码事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知识详解：列表与字典入门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列表与字典入门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列表=排队货架(有序可重复)；字典=储物柜(编号取物)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devs.append('MOTOR-01')；t={'PUMP-03':78.5}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误区：t['PUMP4']查无此键KeyError——先用 in 判断再取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知识应用（6）：列表存设备序列、字典存键值属性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列表存设备序列、字典存键值属性。在两江智造产线上的用法：devs=['PUMP-03','FAN-02']; devs.append('MOTOR-01')——动态扩容无需预声明大小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devs=['PUMP-03','FAN-02']; devs.append('MOTOR-01')——动态扩容无需预声明大小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封装check_device/alarm两函数——应用：见工单starter与教师参考实现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统计各设备各级告警次数——应用：见工单starter与教师参考实现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固定seed保证结果可复现——应用：见工单starter与教师参考实现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把重复劳动交给函数（1）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函数的定义、参数（位置/默认/关键字）与返回值；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变量作用域：局部变量与全局变量；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工单项目0.2（下）实操：循环+函数实现完整的工业实时告警系统（模拟多设备多周期监测）；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代码规范强化：函数命名、文档字符串初步（目标规范率75%）。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关键代码：双层循环+统计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stats = {d["id"]: {2:0, 3:0} for d in devices}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d in devices: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_ in range(10):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 = d["base"] + random.uniform(-8, 15)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lv = check_device(d, 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lv: stats[d["id"]][lv] += 1; alarm(d, lv, 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汇总各设备告警次数并输出报告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random.seed(42)保证复现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重构上周代码为函数版(对比收益)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重构对比说明清楚；规范率≥85%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工程化项目/w03_patrol_loop/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src/patrol_loop/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range(10)改5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看输出减半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能改周期数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单循环跑通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一设备10周期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调用check函数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打印每轮状态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能出10轮结果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循环+统计完整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3设备×10周期循环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告警统计报告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报告正确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防抖动+while版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连续3次≥95才停机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while版持续监测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重构对比说明收益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统计准确+无死循环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重构上周代码为函数版，对比“重构前后行数/可读性”并写50字收益说明)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汇总各设备告警次数并输出报告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random.seed(42)保证复现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重构上周代码为函数版(对比收益)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统计字典要先初始化键，否则KeyError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函数间传数据用参数/返回值，别用全局变量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打印报告用制表符\t对齐更整齐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死循环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while条件永真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补更新语句+Ctrl+C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KeyError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统计键未初始化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先建{2:0,3:0}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函数内改不了外面变量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作用域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用return传值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D·学徒（≥60）：跟做循环——跟做保底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C·操作员（≥70）：单循环跑通——基础完成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B·组长（≥80）：循环+统计完整——标准达成+帮带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A·师傅（≥90）：防抖动+while版——进阶拓展+费曼讲解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步骤1：汇总各设备告警次数并输出报告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步骤2：random.seed(42)保证复现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步骤3：重构上周代码为函数版(对比收益)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微课知识卡：双层循环模拟多设备多周期——应用：见工单starter与教师参考（5分钟视频+导学单）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for+range遍历；while满足条件循环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break跳出一层/continue跳过本轮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循环三要素：初始化/条件/更新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把重复劳动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交给函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死循环 · KeyError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本周主题：双层循环模拟多设备多周期——应用：见工单starter与教师参考——5分钟视频+导学单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函数参数传入-返回值的数据流怎么走？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排错题：出现「死循环」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原因：while条件永真；解决：补更新语句+Ctrl+C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for+range遍历；while满足条件循环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知识：for+range遍历；while满足条；break跳出一层/continue跳过；循环三要素：初始化/条件/更新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交付：工单0.2b《工业实时告警系统Ⅱ》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