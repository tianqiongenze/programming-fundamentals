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66"/>
    <p:sldId id="368" r:id="rId6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5" Type="http://schemas.openxmlformats.org/officeDocument/2006/relationships/slide" Target="slides/slide27.xml"/><Relationship Id="rId60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5" Type="http://schemas.openxmlformats.org/officeDocument/2006/relationships/slide" Target="slides/slide37.xml"/><Relationship Id="rId66" Type="http://schemas.openxmlformats.org/officeDocument/2006/relationships/slide" Target="slides/slide36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80" Type="http://schemas.openxmlformats.org/officeDocument/2006/relationships/slide" Target="slides/slide42.xml"/><Relationship Id="rId81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6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3" Type="http://schemas.openxmlformats.org/officeDocument/2006/relationships/slide" Target="slides/slide62.xml"/><Relationship Id="rId117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开场30秒：本次课《让数据活过下一次关机》，80分钟＝2课时×40分钟。课前已发工单+starter+微课知识卡，资讯·计划线上完成。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让数据活过下一次关机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让数据活过下一次关机（1）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文件读写：open函数、with上下文管理器、read/readline/readlines；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文本文件写入与追加模式；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CSV文件处理：csv模块读写产线数据。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决策：验证顺序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判定规则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处置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缺失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temp为空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非数值’err’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temp&gt;120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业务讨论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本课决策题：决策：验证顺序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with open读写CSV/JSON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三维验证: 缺失/类型/范围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问题行跳过并写入bad_records.csv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三维齐全+清洗报告+输出规范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数据体检脚本：一键输出缺失/类型/范围三维统计报表)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with open读写CSV/JSON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三维验证: 缺失/类型/范围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问题行跳过并写入bad_records.csv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csv.DictReader按表头取列，别用下标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float('err')会炸——try包裹或先判内容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bad_records.csv要带错误类型列，可追溯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步骤1：with open读写CSV/JSON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步骤2：三维验证: 缺失/类型/范围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步骤3：问题行跳过并写入bad_records.csv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