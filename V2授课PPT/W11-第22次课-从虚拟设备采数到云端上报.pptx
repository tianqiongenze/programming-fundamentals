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7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80" r:id="rId32"/>
    <p:sldId id="310" r:id="rId62"/>
    <p:sldId id="316" r:id="rId68"/>
    <p:sldId id="318" r:id="rId70"/>
    <p:sldId id="337" r:id="rId89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32" Type="http://schemas.openxmlformats.org/officeDocument/2006/relationships/slide" Target="slides/slide2.xml"/><Relationship Id="rId62" Type="http://schemas.openxmlformats.org/officeDocument/2006/relationships/slide" Target="slides/slide3.xml"/><Relationship Id="rId68" Type="http://schemas.openxmlformats.org/officeDocument/2006/relationships/slide" Target="slides/slide4.xml"/><Relationship Id="rId70" Type="http://schemas.openxmlformats.org/officeDocument/2006/relationships/slide" Target="slides/slide5.xml"/><Relationship Id="rId89" Type="http://schemas.openxmlformats.org/officeDocument/2006/relationships/slide" Target="slides/slide6.xml"/><Relationship Id="rId116" Type="http://schemas.openxmlformats.org/officeDocument/2006/relationships/slide" Target="slides/slide7.xml"/><Relationship Id="rId117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开场30秒：本次课《从虚拟设备采数到云端上报》，80分钟＝2课时×40分钟。课前已发工单+starter+微课知识卡，资讯·计划线上完成。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工单发布话术：'精密制造事业部发来工单1.5《工业互联网数据采集系统》，及格线是M，优秀线看A层标准'——念完发starter。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项目5 悦读启航，领悟人生 | 预习知识点：继承(子类/super)；多态初步 | 课中检查知识点：能写PLC子类继承Device；能说出继承复用的好处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Python编程基础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从虚拟设备采数到云端上报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第十一周 · 第22次课（2课时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CE（编码）+ Jupyter（Pandas数据实验）+ Git/GitHub（每周提交）</a:t>
            </a:r>
          </a:p>
        </p:txBody>
      </p:sp>
      <p:pic>
        <p:nvPicPr>
          <p:cNvPr id="7" name="Picture 6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精密制造事业部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数字化转型办终于把边缘网关接到了车间，Modbus口和MQTT通道都通了（本地模拟环境）。'最后一公里交给你。'——工单1.5：把设备数据从现场采上来、报上去；综合项目同步启动。</a:t>
            </a:r>
          </a:p>
        </p:txBody>
      </p:sp>
      <p:pic>
        <p:nvPicPr>
          <p:cNvPr id="9" name="Picture 8" descr="W11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从虚拟设备采数到云端上报（1）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pymodbus读取虚拟PLC寄存器数据；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paho-mqtt连接Broker、发布/订阅主题；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工单项目1.5实操：Modbus定时采集+MQTT上报的完整数据采集系统；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末期复习：核心知识点串讲与综合项目答疑。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决策：异常策略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场景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策略</a:t>
            </a:r>
          </a:p>
        </p:txBody>
      </p:sp>
      <p:sp>
        <p:nvSpPr>
          <p:cNvPr id="9" name="Rectangle 8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连接失败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重试1次+日志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数据越界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标记上报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406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实施任务：工单1.5《工业互联网数据采集系统》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paho-mqtt连接本地代理发布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断线重试+异常日志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末期复习自测20题+综合项目选题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Modbus读+MQTT发布成功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断线重连+回环验证+规范率≥90%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完成工单项目1.5《工业互联网数据采集系统》：及格标准Modbus读取+MQTT发布基本工作；优秀标准采集完整+消息规范+异常处理完善+规范率≥90%；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完成综合项目需求分析与分工计划；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复习全课程知识清单，准备综合项目答辩。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Python编程基础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下次课预告（第12周）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按checklist完成终验自查——应用：见工单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checklist三清单(功能/规范/演示)你组还差哪几项？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