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6" r:id="rId16"/>
    <p:sldId id="280" r:id="rId32"/>
    <p:sldId id="310" r:id="rId62"/>
    <p:sldId id="316" r:id="rId68"/>
    <p:sldId id="369" r:id="rId19"/>
    <p:sldId id="370" r:id="rId20"/>
    <p:sldId id="371" r:id="rId21"/>
    <p:sldId id="372" r:id="rId22"/>
    <p:sldId id="373" r:id="rId23"/>
    <p:sldId id="318" r:id="rId70"/>
    <p:sldId id="337" r:id="rId89"/>
    <p:sldId id="364" r:id="rId116"/>
    <p:sldId id="365" r:id="rId117"/>
    <p:sldId id="367" r:id="rId17"/>
    <p:sldId id="368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6" Type="http://schemas.openxmlformats.org/officeDocument/2006/relationships/slide" Target="slides/slide2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32" Type="http://schemas.openxmlformats.org/officeDocument/2006/relationships/slide" Target="slides/slide3.xml"/><Relationship Id="rId62" Type="http://schemas.openxmlformats.org/officeDocument/2006/relationships/slide" Target="slides/slide4.xml"/><Relationship Id="rId68" Type="http://schemas.openxmlformats.org/officeDocument/2006/relationships/slide" Target="slides/slide5.xml"/><Relationship Id="rId70" Type="http://schemas.openxmlformats.org/officeDocument/2006/relationships/slide" Target="slides/slide11.xml"/><Relationship Id="rId89" Type="http://schemas.openxmlformats.org/officeDocument/2006/relationships/slide" Target="slides/slide12.xml"/><Relationship Id="rId116" Type="http://schemas.openxmlformats.org/officeDocument/2006/relationships/slide" Target="slides/slide13.xml"/><Relationship Id="rId117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开场30秒：本次课《从虚拟设备采数到云端上报》，80分钟＝2课时×40分钟。课前已发工单+starter+微课知识卡，资讯·计划线上完成。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工单发布话术：'精密制造事业部发来工单1.5《工业互联网数据采集系统》，及格线是M，优秀线看A层标准'——念完发starter。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预习知识点：继承(子类/super)；多态初步 | 课中检查知识点：能写PLC子类继承Device；能说出继承复用的好处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从虚拟设备采数到云端上报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第22次课（2课时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从虚拟设备采数到云端上报（1）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pymodbus读取虚拟PLC寄存器数据；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paho-mqtt连接Broker、发布/订阅主题；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工单项目1.5实操：Modbus定时采集+MQTT上报的完整数据采集系统；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末期复习：核心知识点串讲与综合项目答疑。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决策：异常策略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连接失败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重试1次+日志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数据越界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标记上报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Modbus寄存器｜寄存器=PLC的储物柜编号：40001起按地址读数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定点存储约定｜定点=小数×10存整数：678其实是67.8℃——PLC不存小数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pymodbus读寄存器｜pymodbus=Python的Modbus翻译官——一行读PLC…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MQTT主题路由｜MQTT=广播电台：主题=频道，发布订阅各取所需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JSON消息含时间戳｜ts时间戳=消息的出生证明——排序追溯全靠它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排错三步法｜排错三步=从外到内剥洋葱：ping通→端口通→代码通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误区：地址从0还是40001起两派之争——以server文档为准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误区：忘除倍率→温度高10倍——对不上先查约定倍率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误区：3.x必须关键字传参(address=/count=)——照2.x旧码抄报错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连不上PLC → 先跑虚拟产线--check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数值大10倍 → 寄存器定点换算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publish后无消息 → sleep 0.3再退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及格线我能过吗——Modbus读+MQTT发布成功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优秀线我够吗——断线重连+回环验证+规范率≥90%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技能点我能独立做出来吗——连接虚拟PLC读取寄存器；paho-mqtt发布JSON消息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素材来源：同周《第21次课-设备如何在网络上说话》知识卡与避坑清单（逐字摘录）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Modbus寄存器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误区：地址从0还是40001起两派之争——以server文档为准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寄存器=PLC的储物柜编号：40001起按地址读数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五测点(温度/压力/振动/转速/状态)固定地址——通信的门牌号 client.read_holding_registers(address=0, count=5)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定点存储约定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误区：忘除倍率→温度高10倍——对不上先查约定倍率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定点=小数×10存整数：678其实是67.8℃——PLC不存小数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行业惯例：约定小数位，通信只传整数 raw=678 → real=raw/10 → 67.8℃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pymodbus读寄存器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误区：3.x必须关键字传参(address=/count=)——照2.x旧码抄报错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pymodbus=Python的Modbus翻译官——一行读PLC寄存器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Modbus TCP读PLC保持寄存器——采集主链路 rr = client.read_holding_registers(0,5)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连不上PLC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原因：模拟器没启动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解决：先跑虚拟产线--check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数值大10倍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原因：忘了÷10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解决：寄存器定点换算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publish后无消息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原因：立刻退出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解决：sleep 0.3再退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素材来源：同周《第21次课-设备如何在网络上说话》知识卡与避坑清单（逐字摘录）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本课知识速览卡 · 边做边对照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知识点速览（逐字摘自同周完整讲解课知识卡）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Modbus寄存器｜寄存器=PLC的储物柜编号：40001起按地址读数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定点存储约定｜定点=小数×10存整数：678其实是67.8℃——PLC不存小数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pymodbus读寄存器｜pymodbus=Python的Modbus翻译官——一行读PLC寄存器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MQTT主题路由｜MQTT=广播电台：主题=频道，发布订阅各取所需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JSON消息含时间戳｜ts时间戳=消息的出生证明——排序追溯全靠它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排错三步法｜排错三步=从外到内剥洋葱：ping通→端口通→代码通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本讲达标线（当堂评分同口径）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及格(D)：Modbus读+MQTT发布成功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优秀(B+)：断线重连+回环验证+规范率≥90%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动手前三个提醒（踩坑点摘录）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先跑虚拟产线--check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寄存器定点换算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sleep 0.3再退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素材来源：同周《第21次课-设备如何在网络上说话》知识卡与避坑清单（逐字摘录）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 · 带着问题去下一讲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带着问题去下一讲——预习任务与自测问题逐字取自课程安排，课前完成。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主题：按checklist完成终验自查——应用：见工单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预习快问：checklist三清单(功能/规范/演示)你组还差哪几项？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课前完成：导学单 + 预习自测 + starter环境自检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实施任务：工单1.5《工业互联网数据采集系统》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paho-mqtt连接本地代理发布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断线重试+异常日志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末期复习自测20题+综合项目选题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Modbus读+MQTT发布成功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断线重连+回环验证+规范率≥90%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完成工单项目1.5《工业互联网数据采集系统》：及格标准Modbus读取+MQTT发布基本工作；优秀标准采集完整+消息规范+异常处理完善+规范率≥90%；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完成综合项目需求分析与分工计划；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复习全课程知识清单，准备综合项目答辩。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按checklist完成终验自查——应用：见工单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