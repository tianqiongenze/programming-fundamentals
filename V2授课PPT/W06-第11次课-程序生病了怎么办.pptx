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70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4" r:id="rId46"/>
    <p:sldId id="296" r:id="rId48"/>
    <p:sldId id="297" r:id="rId49"/>
    <p:sldId id="299" r:id="rId51"/>
    <p:sldId id="301" r:id="rId53"/>
    <p:sldId id="306" r:id="rId58"/>
    <p:sldId id="308" r:id="rId60"/>
    <p:sldId id="309" r:id="rId61"/>
    <p:sldId id="311" r:id="rId63"/>
    <p:sldId id="313" r:id="rId65"/>
    <p:sldId id="315" r:id="rId67"/>
    <p:sldId id="369" r:id="rId59"/>
    <p:sldId id="370" r:id="rId74"/>
    <p:sldId id="316" r:id="rId68"/>
    <p:sldId id="364" r:id="rId66"/>
    <p:sldId id="365" r:id="rId64"/>
    <p:sldId id="317" r:id="rId69"/>
    <p:sldId id="319" r:id="rId71"/>
    <p:sldId id="321" r:id="rId73"/>
    <p:sldId id="323" r:id="rId75"/>
    <p:sldId id="325" r:id="rId77"/>
    <p:sldId id="326" r:id="rId78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2" r:id="rId94"/>
    <p:sldId id="343" r:id="rId95"/>
    <p:sldId id="344" r:id="rId96"/>
    <p:sldId id="351" r:id="rId103"/>
    <p:sldId id="356" r:id="rId108"/>
    <p:sldId id="357" r:id="rId109"/>
    <p:sldId id="358" r:id="rId110"/>
    <p:sldId id="362" r:id="rId114"/>
    <p:sldId id="363" r:id="rId115"/>
    <p:sldId id="367" r:id="rId62"/>
    <p:sldId id="368" r:id="rId7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6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1" Type="http://schemas.openxmlformats.org/officeDocument/2006/relationships/slide" Target="slides/slide27.xml"/><Relationship Id="rId53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66.xml"/><Relationship Id="rId60" Type="http://schemas.openxmlformats.org/officeDocument/2006/relationships/slide" Target="slides/slide30.xml"/><Relationship Id="rId61" Type="http://schemas.openxmlformats.org/officeDocument/2006/relationships/slide" Target="slides/slide31.xml"/><Relationship Id="rId62" Type="http://schemas.openxmlformats.org/officeDocument/2006/relationships/slide" Target="slides/slide64.xml"/><Relationship Id="rId63" Type="http://schemas.openxmlformats.org/officeDocument/2006/relationships/slide" Target="slides/slide32.xml"/><Relationship Id="rId64" Type="http://schemas.openxmlformats.org/officeDocument/2006/relationships/slide" Target="slides/slide37.xml"/><Relationship Id="rId65" Type="http://schemas.openxmlformats.org/officeDocument/2006/relationships/slide" Target="slides/slide33.xml"/><Relationship Id="rId66" Type="http://schemas.openxmlformats.org/officeDocument/2006/relationships/slide" Target="slides/slide36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8.xml"/><Relationship Id="rId70" Type="http://schemas.openxmlformats.org/officeDocument/2006/relationships/slide" Target="slides/slide2.xml"/><Relationship Id="rId71" Type="http://schemas.openxmlformats.org/officeDocument/2006/relationships/slide" Target="slides/slide39.xml"/><Relationship Id="rId72" Type="http://schemas.openxmlformats.org/officeDocument/2006/relationships/slide" Target="slides/slide65.xml"/><Relationship Id="rId73" Type="http://schemas.openxmlformats.org/officeDocument/2006/relationships/slide" Target="slides/slide40.xml"/><Relationship Id="rId74" Type="http://schemas.openxmlformats.org/officeDocument/2006/relationships/slide" Target="slides/slide67.xml"/><Relationship Id="rId75" Type="http://schemas.openxmlformats.org/officeDocument/2006/relationships/slide" Target="slides/slide41.xml"/><Relationship Id="rId77" Type="http://schemas.openxmlformats.org/officeDocument/2006/relationships/slide" Target="slides/slide42.xml"/><Relationship Id="rId78" Type="http://schemas.openxmlformats.org/officeDocument/2006/relationships/slide" Target="slides/slide43.xml"/><Relationship Id="rId80" Type="http://schemas.openxmlformats.org/officeDocument/2006/relationships/slide" Target="slides/slide44.xml"/><Relationship Id="rId82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47.xml"/><Relationship Id="rId86" Type="http://schemas.openxmlformats.org/officeDocument/2006/relationships/slide" Target="slides/slide48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103" Type="http://schemas.openxmlformats.org/officeDocument/2006/relationships/slide" Target="slides/slide58.xml"/><Relationship Id="rId108" Type="http://schemas.openxmlformats.org/officeDocument/2006/relationships/slide" Target="slides/slide59.xml"/><Relationship Id="rId109" Type="http://schemas.openxmlformats.org/officeDocument/2006/relationships/slide" Target="slides/slide60.xml"/><Relationship Id="rId110" Type="http://schemas.openxmlformats.org/officeDocument/2006/relationships/slide" Target="slides/slide61.xml"/><Relationship Id="rId114" Type="http://schemas.openxmlformats.org/officeDocument/2006/relationships/slide" Target="slides/slide62.xml"/><Relationship Id="rId115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开场30秒：本次课《程序生病了怎么办》，80分钟＝2课时×40分钟。课前已发工单+starter+微课知识卡，资讯·计划线上完成。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详解B1·异常是对象：先读定义→场景为什么用它→看代码实例→扩展给A层。C/D层掌握前三格，A层加扩展格。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详解B2·try/except/else/finally：先读定义→场景为什么用它→看代码实例→扩展给A层。C/D层掌握前三格，A层加扩展格。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详解B3·精确捕获：先读定义→场景为什么用它→看代码实例→扩展给A层。C/D层掌握前三格，A层加扩展格。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详解B4·禁裸except：先读定义→场景为什么用它→看代码实例→扩展给A层。C/D层掌握前三格，A层加扩展格。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详解B5·logging三级：先读定义→场景为什么用它→看代码实例→扩展给A层。C/D层掌握前三格，A层加扩展格。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详解B6·finally收尾：先读定义→场景为什么用它→看代码实例→扩展给A层。C/D层掌握前三格，A层加扩展格。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现场演示《健壮读取》：三步走——先整段跑通看结果，再逐行讲关键语句，最后现场改一个参数看输出变化（演10分钟的核心素材）。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工单发布话术：'精密制造事业部发来工单0.5《健壮的工业数据采集程序》，及格线是≥，优秀线看A层标准'——念完发starter。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错误速查：现场演示第一条——制造「裸except吞异常」，带着学生按'现象→原因→解决'三步排查。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项目3 砥砺奋斗，成就精彩 | 预习知识点：模块导入(import)；标准库random/time；异常处理try-except | 课中检查知识点：能import random生成测试数据；能用try-except捕获文件异常（中期诊断周）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程序生病了怎么办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精确捕获：FileNotFoundError/ValueError · 禁止裸except(吞Ctrl+C)——应用：见工单starter与教师参考实现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0.5《健壮的工业数据采集程序》——本课工单即考核单元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目标：能够编写捕获≥3种异常并记录日志的健壮采集程序；能够使用日志定位问题；代码规范率≥80%。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目标：树立“程序会出错”的工程危机意识，培养防患于未然的健壮性设计习惯。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项目3 砥砺奋斗，成就精彩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模块导入(import)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标准库random/time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0000" y="5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0000" y="494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异常处理try-except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课中检查｜上次课（W5）抽查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能封装告警判断为函数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能说明return的作用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凌晨的断电让采集程序崩在中途，丢了半小时数据。王主任发火：'程序不能一摔就死。'——工单0.5：异常处理+日志，让程序'摔了能爬起来还留下案发记录'（本周中期诊断）。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任务背景：凌晨的断电让采集程序崩在中途，丢了半小时数据。王主任发火：'程序不能一摔就死。'——工单0.5：异常处理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掌握try/except/finally异常处理结构；掌握logging日志模块的基本使用；了解程序调试的常用方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能够编写捕获≥3种异常并记录日志的健壮采集程序；能够使用日志定位问题；代码规范率≥80%。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树立“程序会出错”的工程危机意识，培养防患于未然的健壮性设计习惯。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对应工单0.5评分：功能40%+技术25%+规范20%+素养15%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知识详解：异常是对象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异常是对象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异常=程序出错时扔出的'事故报告单'，类型名即线索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读文件失败/除零——崩溃前的最后信号，接住就能救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ZeroDivisionError/ValueError/FileNotFoundError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误区：从最后一行往上读栈——错误类型→说明→行号倒着看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知识详解：try/except/else/fina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try/except/else/finally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try=试做/except=出事接住/else=没出事才做/finally=必做收尾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采集主循环的防护壳——单点出错不能停整条产线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read() except FileNotFoundError: 默认值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误区：把大段代码塞进try——只包会出错的那几句，窄包才好查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知识详解：精确捕获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精确捕获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except接具体类型=对症下药——一个except管一种病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缺文件用默认值/类型错提示重输——不同错误不同对策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FileNotFoundError: … except ValueError: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误区：父类异常写前面会截胡后面所有——从小到大排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知识详解：禁裸except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禁裸except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裸except=把警报器全拆了——连Ctrl+C都吞程序杀不死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新手最危险写法：except: pass——错误静默埋雷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except Exception as e: print(e) 至少留痕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误区：以为吞错程序更稳——恰恰相反，吞错让bug藏到最深处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知识应用（4）：禁止裸except(吞Ctrl+C)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禁止裸except(吞Ctrl+C)。在两江智造产线上的用法：见工单starter与教师参考实现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知识详解：logging三级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logging三级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logging=车间广播系统：INFO日常/WARNING注意/ERROR出事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print混在结果里没法关——logging按级分流可开关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logging.error(f'设备{code}连接失败')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误区：忘basicConfig看不见输出——先配级别再打日志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知识详解：finally收尾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finally收尾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finally=无论成败必做的鞠躬——关文件断连接写统计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资源不泄漏：采集崩了连接也得断干净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finally: f.close() ——或直接用with替代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误区：with open就是自动版finally——优先with，finally兜底非with场景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捕获多类型异常并分级记录——应用：见工单starter与教师参考实现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输出采集统计(成功/跳过/失败)——应用：见工单starter与教师参考实现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脏数据写入bad_records备查——应用：见工单starter与教师参考实现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程序生病了怎么办（1）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异常的概念与常见类型：ValueError、FileNotFoundError、TypeError；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try/except/else/finally结构；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异常的捕获策略：精确捕获vs宽泛捕获；raise主动抛出。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关键代码：健壮读取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t, p = line.split(","); float(t); float(p)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log.info("第%d条成功:%s", i, line); ok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ValueError: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log.warning("脏数据跳过:%r", line); skip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finally: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pass                       # 收尾:写统计/关资源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实施任务：工单0.5《健壮的工业数据采集程序》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logging三级日志(INFO/WARN/ERROR)配置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捕获FileNotFoundError/ValueError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finally完整结构1处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≥2种异常+基本日志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≥3种异常+日志可定位到行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采集统计: 成功3 跳过2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工程化项目/w06_robust_collector/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src/robust_collector/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故障注入体验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删数据文件触发异常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看日志ERROR行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恢复文件再跑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能读日志定位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基础捕获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捕获文件缺失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捕获转换错误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WARNING记录跳过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2异常+基本日志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完整健壮程序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日志双输出配置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try/except/finally完整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统计输出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3异常+finally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断点续采+bad_records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脏数据写csv备查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异常后从断点继续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日志带行号定位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3异常+可定位日志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脏数据自动写入bad_records.csv，附统计（成功/跳过/失败）)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67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logging三级日志(INFO/WARN/ERROR)配置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捕获FileNotFoundError/ValueError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7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7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6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finally完整结构1处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禁止裸except:——会吞掉Ctrl+C等一切异常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FileHandler加encoding='utf-8'防中文乱码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except里至少记ERROR，别pass装没事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裸except吞异常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连Ctrl+C都拦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写明异常类型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日志中文乱码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编码缺省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FileHandler(encoding='utf-8')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except里pass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错误被掩盖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至少log.error记录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D·学徒（≥60）：故障注入体验——跟做保底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C·操作员（≥70）：基础捕获——基础完成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B·组长（≥80）：完整健壮程序——标准达成+帮带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A·师傅（≥90）：断点续采+bad_records——进阶拓展+费曼讲解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67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完成工单项目0.5《健壮的工业数据采集程序》：及格标准处理≥2种异常+基本日志；优秀标准≥3种异常+try/except/finally完整+日志可追踪；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完成中期自评表与学习计划修订；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预习列表与字典容器。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采集统计: 成功3 跳过2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0.5的技能点即其最小实现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程序生病了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怎么办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异常=运行时错误对象；类型即线索——应用：见工单starter与教师参考实现 · try/except/else/finally四段结构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配置双输出日志(控制台+文件)——应用：见工单starter与教师参考实现 · 捕获多类型异常并分级记录——应用：见工单starter与教师参考实现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裸except吞异常 · 日志中文乱码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finally块无论是否异常都执行吗？裸except为什么禁止？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排错题：出现「裸except吞异常」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原因：连Ctrl+C都拦；解决：写明异常类型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异常=运行时错误对象；类型即线索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知识：异常=运行时错误对象；类型即线索；try/except/else/fina；精确捕获：FileNotFoundErr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技能：配置双输出日志(控制台+文件)——应用：见工单starter与教师参考实现；捕获多类型异常并分级记录——应用：见工单starter与教师参考实现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交付：工单0.5《健壮的工业数据采集程序》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67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正则解析报文键值对——应用：见工单starter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正则八块积木：\d \w [] + * 分别匹配什么？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异常是对象｜异常=程序出错时扔出的'事故报告单'，类型名即线索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try/except/else/fina｜try=试做/except=出事接住/else=没出事才做/fin…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精确捕获｜except接具体类型=对症下药——一个except管一种病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禁裸except｜裸except=把警报器全拆了——连Ctrl+C都吞程序杀不死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logging三级｜logging=车间广播系统：INFO日常/WARNING注意/E…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finally收尾｜finally=无论成败必做的鞠躬——关文件断连接写统计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误区：从最后一行往上读栈——错误类型→说明→行号倒着看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误区：把大段代码塞进try——只包会出错的那几句，窄包才好查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误区：父类异常写前面会截胡后面所有——从小到大排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裸except吞异常 → 写明异常类型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日志中文乱码 → FileHandler(encoding='utf-8')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except里pass → 至少log.error记录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及格线我能过吗——≥2种异常+基本日志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优秀线我够吗——≥3种异常+日志可定位到行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技能点我能独立做出来吗——配置双输出日志(控制台+文件)；捕获多类型异常并分级记录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异常是对象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误区：从最后一行往上读栈——错误类型→说明→行号倒着看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异常=程序出错时扔出的'事故报告单'，类型名即线索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读文件失败/除零——崩溃前的最后信号，接住就能救 ZeroDivisionError/ValueError/FileNotFoundError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try/except/else/fina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误区：把大段代码塞进try——只包会出错的那几句，窄包才好查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try=试做/except=出事接住/else=没出事才做/finally=必做收尾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采集主循环的防护壳——单点出错不能停整条产线 try: read() except FileNotFoundError: 默认值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精确捕获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误区：父类异常写前面会截胡后面所有——从小到大排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except接具体类型=对症下药——一个except管一种病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缺文件用默认值/类型错提示重输——不同错误不同对策 except FileNotFoundError: … except ValueError: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