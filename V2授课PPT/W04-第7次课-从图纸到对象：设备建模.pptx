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65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3" r:id="rId45"/>
    <p:sldId id="295" r:id="rId47"/>
    <p:sldId id="298" r:id="rId50"/>
    <p:sldId id="301" r:id="rId53"/>
    <p:sldId id="304" r:id="rId56"/>
    <p:sldId id="309" r:id="rId61"/>
    <p:sldId id="311" r:id="rId63"/>
    <p:sldId id="312" r:id="rId64"/>
    <p:sldId id="314" r:id="rId66"/>
    <p:sldId id="316" r:id="rId68"/>
    <p:sldId id="318" r:id="rId70"/>
    <p:sldId id="372" r:id="rId60"/>
    <p:sldId id="373" r:id="rId75"/>
    <p:sldId id="319" r:id="rId71"/>
    <p:sldId id="367" r:id="rId69"/>
    <p:sldId id="368" r:id="rId67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5" r:id="rId97"/>
    <p:sldId id="346" r:id="rId98"/>
    <p:sldId id="347" r:id="rId99"/>
    <p:sldId id="354" r:id="rId106"/>
    <p:sldId id="359" r:id="rId111"/>
    <p:sldId id="360" r:id="rId112"/>
    <p:sldId id="361" r:id="rId113"/>
    <p:sldId id="365" r:id="rId117"/>
    <p:sldId id="366" r:id="rId118"/>
    <p:sldId id="370" r:id="rId62"/>
    <p:sldId id="371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7" Type="http://schemas.openxmlformats.org/officeDocument/2006/relationships/slide" Target="slides/slide25.xml"/><Relationship Id="rId50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0" Type="http://schemas.openxmlformats.org/officeDocument/2006/relationships/slide" Target="slides/slide67.xml"/><Relationship Id="rId61" Type="http://schemas.openxmlformats.org/officeDocument/2006/relationships/slide" Target="slides/slide29.xml"/><Relationship Id="rId62" Type="http://schemas.openxmlformats.org/officeDocument/2006/relationships/slide" Target="slides/slide65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2.xml"/><Relationship Id="rId66" Type="http://schemas.openxmlformats.org/officeDocument/2006/relationships/slide" Target="slides/slide32.xml"/><Relationship Id="rId67" Type="http://schemas.openxmlformats.org/officeDocument/2006/relationships/slide" Target="slides/slide37.xml"/><Relationship Id="rId68" Type="http://schemas.openxmlformats.org/officeDocument/2006/relationships/slide" Target="slides/slide33.xml"/><Relationship Id="rId69" Type="http://schemas.openxmlformats.org/officeDocument/2006/relationships/slide" Target="slides/slide36.xml"/><Relationship Id="rId70" Type="http://schemas.openxmlformats.org/officeDocument/2006/relationships/slide" Target="slides/slide34.xml"/><Relationship Id="rId71" Type="http://schemas.openxmlformats.org/officeDocument/2006/relationships/slide" Target="slides/slide35.xml"/><Relationship Id="rId72" Type="http://schemas.openxmlformats.org/officeDocument/2006/relationships/slide" Target="slides/slide38.xml"/><Relationship Id="rId73" Type="http://schemas.openxmlformats.org/officeDocument/2006/relationships/slide" Target="slides/slide66.xml"/><Relationship Id="rId74" Type="http://schemas.openxmlformats.org/officeDocument/2006/relationships/slide" Target="slides/slide39.xml"/><Relationship Id="rId75" Type="http://schemas.openxmlformats.org/officeDocument/2006/relationships/slide" Target="slides/slide68.xml"/><Relationship Id="rId76" Type="http://schemas.openxmlformats.org/officeDocument/2006/relationships/slide" Target="slides/slide40.xml"/><Relationship Id="rId78" Type="http://schemas.openxmlformats.org/officeDocument/2006/relationships/slide" Target="slides/slide41.xml"/><Relationship Id="rId80" Type="http://schemas.openxmlformats.org/officeDocument/2006/relationships/slide" Target="slides/slide42.xml"/><Relationship Id="rId81" Type="http://schemas.openxmlformats.org/officeDocument/2006/relationships/slide" Target="slides/slide43.xml"/><Relationship Id="rId83" Type="http://schemas.openxmlformats.org/officeDocument/2006/relationships/slide" Target="slides/slide44.xml"/><Relationship Id="rId84" Type="http://schemas.openxmlformats.org/officeDocument/2006/relationships/slide" Target="slides/slide45.xml"/><Relationship Id="rId85" Type="http://schemas.openxmlformats.org/officeDocument/2006/relationships/slide" Target="slides/slide46.xml"/><Relationship Id="rId87" Type="http://schemas.openxmlformats.org/officeDocument/2006/relationships/slide" Target="slides/slide47.xml"/><Relationship Id="rId88" Type="http://schemas.openxmlformats.org/officeDocument/2006/relationships/slide" Target="slides/slide48.xml"/><Relationship Id="rId89" Type="http://schemas.openxmlformats.org/officeDocument/2006/relationships/slide" Target="slides/slide49.xml"/><Relationship Id="rId90" Type="http://schemas.openxmlformats.org/officeDocument/2006/relationships/slide" Target="slides/slide50.xml"/><Relationship Id="rId91" Type="http://schemas.openxmlformats.org/officeDocument/2006/relationships/slide" Target="slides/slide51.xml"/><Relationship Id="rId92" Type="http://schemas.openxmlformats.org/officeDocument/2006/relationships/slide" Target="slides/slide52.xml"/><Relationship Id="rId93" Type="http://schemas.openxmlformats.org/officeDocument/2006/relationships/slide" Target="slides/slide53.xml"/><Relationship Id="rId94" Type="http://schemas.openxmlformats.org/officeDocument/2006/relationships/slide" Target="slides/slide54.xml"/><Relationship Id="rId95" Type="http://schemas.openxmlformats.org/officeDocument/2006/relationships/slide" Target="slides/slide55.xml"/><Relationship Id="rId97" Type="http://schemas.openxmlformats.org/officeDocument/2006/relationships/slide" Target="slides/slide56.xml"/><Relationship Id="rId98" Type="http://schemas.openxmlformats.org/officeDocument/2006/relationships/slide" Target="slides/slide57.xml"/><Relationship Id="rId99" Type="http://schemas.openxmlformats.org/officeDocument/2006/relationships/slide" Target="slides/slide58.xml"/><Relationship Id="rId106" Type="http://schemas.openxmlformats.org/officeDocument/2006/relationships/slide" Target="slides/slide59.xml"/><Relationship Id="rId111" Type="http://schemas.openxmlformats.org/officeDocument/2006/relationships/slide" Target="slides/slide60.xml"/><Relationship Id="rId112" Type="http://schemas.openxmlformats.org/officeDocument/2006/relationships/slide" Target="slides/slide61.xml"/><Relationship Id="rId113" Type="http://schemas.openxmlformats.org/officeDocument/2006/relationships/slide" Target="slides/slide62.xml"/><Relationship Id="rId117" Type="http://schemas.openxmlformats.org/officeDocument/2006/relationships/slide" Target="slides/slide63.xml"/><Relationship Id="rId118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开场30秒：本次课《从图纸到对象：设备建模》，80分钟＝2课时×40分钟。课前已发工单+starter+微课知识卡，资讯·计划线上完成。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详解B1·类与实例：先读定义→场景为什么用它→看代码实例→扩展给A层。C/D层掌握前三格，A层加扩展格。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详解B2·__init__与self：先读定义→场景为什么用它→看代码实例→扩展给A层。C/D层掌握前三格，A层加扩展格。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详解B3·实例属性：先读定义→场景为什么用它→看代码实例→扩展给A层。C/D层掌握前三格，A层加扩展格。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详解B4·方法调用：先读定义→场景为什么用它→看代码实例→扩展给A层。C/D层掌握前三格，A层加扩展格。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详解B5·__str__可读化：先读定义→场景为什么用它→看代码实例→扩展给A层。C/D层掌握前三格，A层加扩展格。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详解B6·状态校验：先读定义→场景为什么用它→看代码实例→扩展给A层。C/D层掌握前三格，A层加扩展格。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从图纸到对象：设备建模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0.3《工业设备类设计》——本课工单即考核单元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目标：能够独立设计包含≥2个属性、≥2个方法的设备类；能够创建对象实例并调用方法；代码规范率≥75%。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目标：建立“数据与行为封装”的抽象思维，体会对象建模在工业系统中的组织价值。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项目2 驰骋操场，挥写青春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for/while循环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break与continue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能写温度告警三级阈值判断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能画出条件分支流程图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题目：__init__什么时候执行？self指谁？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任务背景：台账、告警的数据散落各处，改一台设备要翻三个文件。李姐感叹：'要是设备信息能像身份证一样一人一张卡。'—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知识详解：类与实例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类与实例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类=图纸，实例=按图纸造出的每台泵——一图多产品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一类设备抽象成类，每台设备是独立实例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Device: … ；d1=Device('PUMP-03')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误区：改d1不影响d2——各实例各一份属性，图纸本身不存温度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知识详解：__init__与self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__init__与self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self='我自己'；__init__=出厂设置，造时自动执行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出厂时写死编号型号——构造即初始化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__init__(self, code): self.code=code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误区：方法漏写self→TypeError——调用时Python自动传实例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知识应用（2）：__init__构造方法；self=实例自身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__init__构造方法；self=实例自身。在两江智造产线上的用法：见工单starter与教师参考实现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知识详解：实例属性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实例属性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属性写在__init__里=每台设备自己的小本本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两台泵温度不同互不干扰——独立内存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d1.temp=78.5 与 d2.temp=81.0 各存各的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误区：写在类下的属性是全员共享公告栏——改一处全变，慎用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知识详解：方法调用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方法调用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方法=类里装的技能；d.start()=让这台设备执行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启动/停止/读数——行为与数据装在一起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self.running=True → d.start()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误区：方法里改self属性=改这台设备状态——这正是对象的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知识详解：__str__可读化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__str__可读化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__str__=设备的自我介绍：print时说人话不报内存地址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调试台账输出——不再看到&lt;__main__.Device at 0x…&gt;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__str__(self): return f'{self.code} {self.temp}℃'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误区：__str__必须return字符串——return数字也TypeError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知识详解：状态校验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状态校验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状态机=设备只走合法路线：停机才能启动，运行中拒重复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把'不许重复启动'规则关进类里——外部想错都难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self.running: print('已在运行') else: 启动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误区：校验散在类外各处=规则失控——封装的意义就在收权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从图纸到对象：设备建模（1）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面向对象思想引入：过程式vs面向对象（设备参数散落vs统一建模）；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类的定义：class关键字、属性与方法；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__init__构造方法与self参数；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对象的创建与成员访问。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Device类: ≥2属性+≥2方法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创建≥2个对象实例并调用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get_status返回可读信息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≥3属性3方法+__str__+规范率≥90%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已在运行, 请勿重复启动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冷却泵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已停止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空压机A: 停止 41.2℃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冷却泵: 运行 25.0℃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工程化项目/w04_device_model/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src/device_model/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实现__str__让print(d1)直接输出可读信息，并写docstring)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Device类: ≥2属性+≥2方法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创建≥2个对象实例并调用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get_status返回可读信息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实例属性写在__init__里，写在类体会被所有实例共享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方法第一个参数必须是self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d1.start少写括号=拿到方法本身而非调用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D·学徒（≥60）：对象体验——跟做保底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C·操作员（≥70）：最小类——基础完成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B·组长（≥80）：标准设备类——标准达成+帮带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A·师傅（≥90）：__str__+运行时长——进阶拓展+费曼讲解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步骤1：Device类: ≥2属性+≥2方法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步骤2：创建≥2个对象实例并调用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步骤3：get_status返回可读信息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已在运行, 请勿重复启动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冷却泵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已停止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空压机A: 停止 41.2℃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冷却泵: 运行 25.0℃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漏self · 属性被共享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原因：调用报参数多一个；解决：方法第一参数写self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类=图纸；实例=按图纸造的产品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知识：类=图纸；实例=按图纸造的产品；__init__构造方法；self=实例；实例属性写__init__内(独立内存)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交付：工单0.3《工业设备类设计》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类与实例｜类=图纸，实例=按图纸造出的每台泵——一图多产品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__init__与self｜self='我自己'；__init__=出厂设置，造时自动执行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实例属性｜属性写在__init__里=每台设备自己的小本本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方法调用｜方法=类里装的技能；d.start()=让这台设备执行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__str__可读化｜__str__=设备的自我介绍：print时说人话不报内存地址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状态校验｜状态机=设备只走合法路线：停机才能启动，运行中拒重复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误区：改d1不影响d2——各实例各一份属性，图纸本身不存温度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误区：方法漏写self→TypeError——调用时Python自动传实例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误区：写在类下的属性是全员共享公告栏——改一处全变，慎用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漏self → 方法第一参数写self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属性被共享 → 移入__init__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d.start无输出 → d.start()才调用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及格线我能过吗——1类+2属性+2方法+2实例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优秀线我够吗——≥3属性3方法+__str__+规范率≥90%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技能点我能独立做出来吗——设计Device类(属性+方法)；创建多实例并演示属性隔离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类与实例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误区：改d1不影响d2——各实例各一份属性，图纸本身不存温度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类=图纸，实例=按图纸造出的每台泵——一图多产品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一类设备抽象成类，每台设备是独立实例 class Device: … ；d1=Device('PUMP-03')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__init__与self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误区：方法漏写self→TypeError——调用时Python自动传实例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self='我自己'；__init__=出厂设置，造时自动执行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出厂时写死编号型号——构造即初始化 def __init__(self, code): self.code=code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实例属性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误区：写在类下的属性是全员共享公告栏——改一处全变，慎用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属性写在__init__里=每台设备自己的小本本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两台泵温度不同互不干扰——独立内存 d1.temp=78.5 与 d2.temp=81.0 各存各的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