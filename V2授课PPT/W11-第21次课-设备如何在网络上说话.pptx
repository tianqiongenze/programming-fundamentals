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66"/>
    <p:sldId id="367" r:id="rId6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53" r:id="rId105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5" Type="http://schemas.openxmlformats.org/officeDocument/2006/relationships/slide" Target="slides/slide27.xml"/><Relationship Id="rId60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5" Type="http://schemas.openxmlformats.org/officeDocument/2006/relationships/slide" Target="slides/slide36.xml"/><Relationship Id="rId66" Type="http://schemas.openxmlformats.org/officeDocument/2006/relationships/slide" Target="slides/slide35.xml"/><Relationship Id="rId67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7.xml"/><Relationship Id="rId73" Type="http://schemas.openxmlformats.org/officeDocument/2006/relationships/slide" Target="slides/slide38.xml"/><Relationship Id="rId75" Type="http://schemas.openxmlformats.org/officeDocument/2006/relationships/slide" Target="slides/slide39.xml"/><Relationship Id="rId77" Type="http://schemas.openxmlformats.org/officeDocument/2006/relationships/slide" Target="slides/slide40.xml"/><Relationship Id="rId79" Type="http://schemas.openxmlformats.org/officeDocument/2006/relationships/slide" Target="slides/slide41.xml"/><Relationship Id="rId80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105" Type="http://schemas.openxmlformats.org/officeDocument/2006/relationships/slide" Target="slides/slide58.xml"/><Relationship Id="rId110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6" Type="http://schemas.openxmlformats.org/officeDocument/2006/relationships/slide" Target="slides/slide62.xml"/><Relationship Id="rId117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开场30秒：本次课《设备如何在网络上说话》，80分钟＝2课时×40分钟。课前已发工单+starter+微课知识卡，资讯·计划线上完成。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详解B1·Modbus寄存器：先读定义→场景为什么用它→看代码实例→扩展给A层。C/D层掌握前三格，A层加扩展格。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详解B2·定点存储约定：先读定义→场景为什么用它→看代码实例→扩展给A层。C/D层掌握前三格，A层加扩展格。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详解B3·pymodbus读寄存器：先读定义→场景为什么用它→看代码实例→扩展给A层。C/D层掌握前三格，A层加扩展格。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详解B4·MQTT主题路由：先读定义→场景为什么用它→看代码实例→扩展给A层。C/D层掌握前三格，A层加扩展格。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详解B5·JSON消息含时间戳：先读定义→场景为什么用它→看代码实例→扩展给A层。C/D层掌握前三格，A层加扩展格。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详解B6·排错三步法：先读定义→场景为什么用它→看代码实例→扩展给A层。C/D层掌握前三格，A层加扩展格。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现场演示《采集+上报》：三步走——先整段跑通看结果，再逐行讲关键语句，最后现场改一个参数看输出变化（演10分钟的核心素材）。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错误速查：现场演示第一条——制造「连不上PLC」，带着学生按'现象→原因→解决'三步排查。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设备如何在网络上说话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pymodbus：read_holding_registers · MQTT主题：device/1/status路由——应用：见工单starter与教师参考实现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1.5《工业互联网数据采集系统》——本课工单即考核单元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目标：能够完成Modbus连接读取与MQTT消息发布；能够编写完整的工业互联网数据采集系统；代码规范率≥90%。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目标：建立网络通信的调试排障思维（连通性→配置→代码），培养工业现场“协议就是语言”的规范意识。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继承(子类/super)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多态初步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能定义Device类并实例化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能解释self的含义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任务背景：数字化转型办终于把边缘网关接到了车间，Modbus口和MQTT通道都通了（本地模拟环境）。'最后一公里交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知识详解：Modbus寄存器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Modbus寄存器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五测点(温度/压力/振动/转速/状态)固定地址——通信的门牌号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client.read_holding_registers(address=0, count=5)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知识应用（1）：Modbus寄存器：40001-40005五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Modbus寄存器：40001-40005五测点。在两江智造产线上的用法：见工单starter与教师参考实现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知识详解：定点存储约定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定点存储约定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行业惯例：约定小数位，通信只传整数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raw=678 → real=raw/10 → 67.8℃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知识详解：pymodbus读寄存器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pymodbus读寄存器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 TCP读PLC保持寄存器——采集主链路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rr = client.read_holding_registers(0,5)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知识详解：MQTT主题路由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MQTT主题路由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MQTT=广播电台：主题=频道，发布订阅各取所需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一个采集器发布，多个监控端订阅——一对多广播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publish('device/1/status', json_msg)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误区：主题乱起名难管理——层级命名device/1/status是惯例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知识详解：JSON消息含时间戳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JSON消息含时间戳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ts时间戳=消息的出生证明——排序追溯全靠它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监控端按时间画曲线/排查先后顺序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msg={'id':'DEV-1','ts':time.time(),…}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误区：靠接收时间排序——网络延迟会歪曲时序，ts放消息体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知识详解：排错三步法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排错三步法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排错三步=从外到内剥洋葱：ping通→端口通→代码通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网络采集故障的分层排查——每层排除再进下一层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ping 192.168.x.x → 测502端口 → 查pymodbus报错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误区：一上来改代码——先ping再说，80%是网络层的事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paho-mqtt发布JSON消息——应用：见工单starter与教师参考实现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异常重试与日志记录——应用：见工单starter与教师参考实现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订阅回环验证消息到达——应用：见工单starter与教师参考实现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设备如何在网络上说话（1）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网络基础：IP地址、端口、TCP/IP模型；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工业协议概览：HTTP、MQTT发布-订阅模式、Modbus寄存器概念；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Socket编程：TCP客户端/服务端（echo演练）。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关键代码：采集+上报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rr = c.read_holding_registers(address=0, count=5)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vals = rr.registers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{n: v/10 for n, v in zip(NAMES[:4], vals[:4])}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payload = json.dumps({"device_id":"DEV-1",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"ts": time.strftime("%H:%M:%S"), "metrics":data},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ensure_ascii=False)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mq.publish("device/1/status", payload)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决策：轮询间隔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间隔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实时性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1s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2s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5s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本课决策题：决策：轮询间隔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启动虚拟产线并--check连通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pymodbus读40001-05并÷10还原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每2秒×5轮采集(JSON含ts)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5轮完整+JSON规范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工程化项目/w11_telemetry_upload/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src/telemetry_upload/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模拟器体验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--check连通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换5021再读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记录两台数据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能改端口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单次采集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连PLC读一次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打印还原值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单条MQTT发布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能读出数值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五轮采集上报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读5寄存器÷10还原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5轮循环采集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MQTT发布JSON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JSON结构规范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回环验证+重连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订阅自己主题打印回执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断线重试逻辑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消息结构优化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规范率≥90%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订阅自己的主题做回环验证（on_message打印回执）)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启动虚拟产线并--check连通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pymodbus读40001-05并÷10还原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每2秒×5轮采集(JSON含ts)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pymodbus 3.x取数用rr.registers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先启动虚拟产线再跑程序（--check自检）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JSON上报带ts时间戳字段，规范消息结构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连不上PLC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模拟器没启动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先跑虚拟产线--check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数值大10倍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忘了÷10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寄存器定点换算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publish后无消息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立刻退出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sleep 0.3再退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D·学徒（≥60）：模拟器体验——跟做保底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C·操作员（≥70）：单次采集——基础完成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B·组长（≥80）：五轮采集上报——标准达成+帮带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A·师傅（≥90）：回环验证+重连——进阶拓展+费曼讲解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步骤1：启动虚拟产线并--check连通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步骤2：pymodbus读40001-05并÷10还原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步骤3：每2秒×5轮采集(JSON含ts)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连不上PLC · 数值大10倍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排错题：出现「连不上PLC」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原因：模拟器没启动；解决：先跑虚拟产线--check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Modbus寄存器：40001-40005五测点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知识：Modbus寄存器：40001-4000；数值×10定点存储：678=67.8℃；pymodbus：read_holdin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交付：工单1.5《工业互联网数据采集系统》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