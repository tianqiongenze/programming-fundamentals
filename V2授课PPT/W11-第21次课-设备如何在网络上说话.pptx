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8" r:id="rId64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71" r:id="rId74"/>
    <p:sldId id="372" r:id="rId59"/>
    <p:sldId id="318" r:id="rId70"/>
    <p:sldId id="366" r:id="rId66"/>
    <p:sldId id="367" r:id="rId65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53" r:id="rId105"/>
    <p:sldId id="358" r:id="rId110"/>
    <p:sldId id="359" r:id="rId111"/>
    <p:sldId id="360" r:id="rId112"/>
    <p:sldId id="364" r:id="rId116"/>
    <p:sldId id="365" r:id="rId117"/>
    <p:sldId id="369" r:id="rId72"/>
    <p:sldId id="37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59" Type="http://schemas.openxmlformats.org/officeDocument/2006/relationships/slide" Target="slides/slide68.xml"/><Relationship Id="rId60" Type="http://schemas.openxmlformats.org/officeDocument/2006/relationships/slide" Target="slides/slide29.xml"/><Relationship Id="rId61" Type="http://schemas.openxmlformats.org/officeDocument/2006/relationships/slide" Target="slides/slide66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2.xml"/><Relationship Id="rId65" Type="http://schemas.openxmlformats.org/officeDocument/2006/relationships/slide" Target="slides/slide37.xml"/><Relationship Id="rId66" Type="http://schemas.openxmlformats.org/officeDocument/2006/relationships/slide" Target="slides/slide36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2" Type="http://schemas.openxmlformats.org/officeDocument/2006/relationships/slide" Target="slides/slide65.xml"/><Relationship Id="rId73" Type="http://schemas.openxmlformats.org/officeDocument/2006/relationships/slide" Target="slides/slide39.xml"/><Relationship Id="rId74" Type="http://schemas.openxmlformats.org/officeDocument/2006/relationships/slide" Target="slides/slide67.xml"/><Relationship Id="rId75" Type="http://schemas.openxmlformats.org/officeDocument/2006/relationships/slide" Target="slides/slide40.xml"/><Relationship Id="rId77" Type="http://schemas.openxmlformats.org/officeDocument/2006/relationships/slide" Target="slides/slide4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105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开场30秒：本次课《设备如何在网络上说话》，80分钟＝2课时×40分钟。课前已发工单+starter+微课知识卡，资讯·计划线上完成。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详解B1·Modbus寄存器：先读定义→场景为什么用它→看代码实例→扩展给A层。C/D层掌握前三格，A层加扩展格。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详解B2·定点存储约定：先读定义→场景为什么用它→看代码实例→扩展给A层。C/D层掌握前三格，A层加扩展格。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详解B3·pymodbus读寄存器：先读定义→场景为什么用它→看代码实例→扩展给A层。C/D层掌握前三格，A层加扩展格。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详解B4·MQTT主题路由：先读定义→场景为什么用它→看代码实例→扩展给A层。C/D层掌握前三格，A层加扩展格。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详解B5·JSON消息含时间戳：先读定义→场景为什么用它→看代码实例→扩展给A层。C/D层掌握前三格，A层加扩展格。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详解B6·排错三步法：先读定义→场景为什么用它→看代码实例→扩展给A层。C/D层掌握前三格，A层加扩展格。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设备如何在网络上说话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1.5《工业互联网数据采集系统》——本课工单即考核单元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目标：能够完成Modbus连接读取与MQTT消息发布；能够编写完整的工业互联网数据采集系统；代码规范率≥90%。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目标：建立网络通信的调试排障思维（连通性→配置→代码），培养工业现场“协议就是语言”的规范意识。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继承(子类/super)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多态初步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能定义Device类并实例化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能解释self的含义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任务背景：数字化转型办终于把边缘网关接到了车间，Modbus口和MQTT通道都通了（本地模拟环境）。'最后一公里交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知识详解：Modbus寄存器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Modbus寄存器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寄存器=PLC的储物柜编号：40001起按地址读数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五测点(温度/压力/振动/转速/状态)固定地址——通信的门牌号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client.read_holding_registers(address=0, count=5)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误区：地址从0还是40001起两派之争——以server文档为准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知识应用（1）：Modbus寄存器：40001-40005五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Modbus寄存器：40001-40005五测点。在两江智造产线上的用法：见工单starter与教师参考实现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知识详解：定点存储约定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定点存储约定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定点=小数×10存整数：678其实是67.8℃——PLC不存小数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行业惯例：约定小数位，通信只传整数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raw=678 → real=raw/10 → 67.8℃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误区：忘除倍率→温度高10倍——对不上先查约定倍率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知识详解：pymodbus读寄存器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pymodbus读寄存器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pymodbus=Python的Modbus翻译官——一行读PLC寄存器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 TCP读PLC保持寄存器——采集主链路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rr = client.read_holding_registers(0,5)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误区：3.x必须关键字传参(address=/count=)——照2.x旧码抄报错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知识详解：MQTT主题路由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MQTT主题路由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MQTT=广播电台：主题=频道，发布订阅各取所需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一个采集器发布，多个监控端订阅——一对多广播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publish('device/1/status', json_msg)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误区：主题乱起名难管理——层级命名device/1/status是惯例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知识详解：JSON消息含时间戳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JSON消息含时间戳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ts时间戳=消息的出生证明——排序追溯全靠它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监控端按时间画曲线/排查先后顺序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msg={'id':'DEV-1','ts':time.time(),…}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误区：靠接收时间排序——网络延迟会歪曲时序，ts放消息体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知识详解：排错三步法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排错三步法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排错三步=从外到内剥洋葱：ping通→端口通→代码通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网络采集故障的分层排查——每层排除再进下一层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ping 192.168.x.x → 测502端口 → 查pymodbus报错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误区：一上来改代码——先ping再说，80%是网络层的事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设备如何在网络上说话（1）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网络基础：IP地址、端口、TCP/IP模型；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工业协议概览：HTTP、MQTT发布-订阅模式、Modbus寄存器概念；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Socket编程：TCP客户端/服务端（echo演练）。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决策：轮询间隔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间隔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实时性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2s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5s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本课决策题：决策：轮询间隔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启动虚拟产线并--check连通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pymodbus读40001-05并÷10还原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每2秒×5轮采集(JSON含ts)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5轮完整+JSON规范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工程化项目/w11_telemetry_upload/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src/telemetry_upload/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订阅自己的主题做回环验证（on_message打印回执）)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启动虚拟产线并--check连通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pymodbus读40001-05并÷10还原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每2秒×5轮采集(JSON含ts)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pymodbus 3.x取数用rr.registers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先启动虚拟产线再跑程序（--check自检）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JSON上报带ts时间戳字段，规范消息结构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D·学徒（≥60）：模拟器体验——跟做保底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C·操作员（≥70）：单次采集——基础完成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B·组长（≥80）：五轮采集上报——标准达成+帮带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A·师傅（≥90）：回环验证+重连——进阶拓展+费曼讲解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步骤1：启动虚拟产线并--check连通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步骤2：pymodbus读40001-05并÷10还原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步骤3：每2秒×5轮采集(JSON含ts)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上报: {"device_id": "DEV-1", "ts": "21:00:40", "metrics": {"temp_…  ×5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连不上PLC · 数值大10倍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原因：模拟器没启动；解决：先跑虚拟产线--check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Modbus寄存器：40001-40005五测点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知识：Modbus寄存器：40001-4000；数值×10定点存储：678=67.8℃；pymodbus：read_holdin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交付：工单1.5《工业互联网数据采集系统》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Modbus寄存器｜寄存器=PLC的储物柜编号：40001起按地址读数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定点存储约定｜定点=小数×10存整数：678其实是67.8℃——PLC不存小数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pymodbus读寄存器｜pymodbus=Python的Modbus翻译官——一行读PLC…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MQTT主题路由｜MQTT=广播电台：主题=频道，发布订阅各取所需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JSON消息含时间戳｜ts时间戳=消息的出生证明——排序追溯全靠它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排错三步法｜排错三步=从外到内剥洋葱：ping通→端口通→代码通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误区：地址从0还是40001起两派之争——以server文档为准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误区：忘除倍率→温度高10倍——对不上先查约定倍率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误区：3.x必须关键字传参(address=/count=)——照2.x旧码抄报错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连不上PLC → 先跑虚拟产线--check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数值大10倍 → 寄存器定点换算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publish后无消息 → sleep 0.3再退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及格线我能过吗——Modbus读+MQTT发布成功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优秀线我够吗——5轮完整+JSON规范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技能点我能独立做出来吗——连接虚拟PLC读取寄存器；paho-mqtt发布JSON消息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Modbus寄存器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误区：地址从0还是40001起两派之争——以server文档为准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寄存器=PLC的储物柜编号：40001起按地址读数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五测点(温度/压力/振动/转速/状态)固定地址——通信的门牌号 client.read_holding_registers(address=0, count=5)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定点存储约定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误区：忘除倍率→温度高10倍——对不上先查约定倍率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定点=小数×10存整数：678其实是67.8℃——PLC不存小数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行业惯例：约定小数位，通信只传整数 raw=678 → real=raw/10 → 67.8℃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pymodbus读寄存器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误区：3.x必须关键字传参(address=/count=)——照2.x旧码抄报错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pymodbus=Python的Modbus翻译官——一行读PLC寄存器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Modbus TCP读PLC保持寄存器——采集主链路 rr = client.read_holding_registers(0,5)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