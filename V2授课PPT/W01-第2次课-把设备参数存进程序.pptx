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7" r:id="rId59"/>
    <p:sldId id="334" r:id="rId86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59" Type="http://schemas.openxmlformats.org/officeDocument/2006/relationships/slide" Target="slides/slide3.xml"/><Relationship Id="rId86" Type="http://schemas.openxmlformats.org/officeDocument/2006/relationships/slide" Target="slides/slide4.xml"/><Relationship Id="rId113" Type="http://schemas.openxmlformats.org/officeDocument/2006/relationships/slide" Target="slides/slide5.xml"/><Relationship Id="rId114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