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3" r:id="rId14"/>
    <p:sldId id="280" r:id="rId32"/>
    <p:sldId id="307" r:id="rId59"/>
    <p:sldId id="366" r:id="rId17"/>
    <p:sldId id="367" r:id="rId18"/>
    <p:sldId id="368" r:id="rId19"/>
    <p:sldId id="369" r:id="rId20"/>
    <p:sldId id="370" r:id="rId21"/>
    <p:sldId id="334" r:id="rId86"/>
    <p:sldId id="361" r:id="rId113"/>
    <p:sldId id="362" r:id="rId114"/>
    <p:sldId id="364" r:id="rId15"/>
    <p:sldId id="3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4" Type="http://schemas.openxmlformats.org/officeDocument/2006/relationships/slide" Target="slides/slide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32" Type="http://schemas.openxmlformats.org/officeDocument/2006/relationships/slide" Target="slides/slide3.xml"/><Relationship Id="rId59" Type="http://schemas.openxmlformats.org/officeDocument/2006/relationships/slide" Target="slides/slide4.xml"/><Relationship Id="rId86" Type="http://schemas.openxmlformats.org/officeDocument/2006/relationships/slide" Target="slides/slide10.xml"/><Relationship Id="rId113" Type="http://schemas.openxmlformats.org/officeDocument/2006/relationships/slide" Target="slides/slide11.xml"/><Relationship Id="rId114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开场30秒：本次课《把设备参数存进程序》，80分钟＝2课时×40分钟。课前已发工单+starter+微课知识卡，资讯·计划线上完成。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预习知识点：Python开发环境安装(IDE/解释器)；print与input；变量与基本数据类型 | 课中检查知识点：能独立打开IDE并运行print('hello')；能说出int/float/str的区别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把设备参数存进程序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把设备参数存进程序（1）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输入与输出：input()、print()、f-string格式化；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数据类型转换与单位换算（摄氏度→华氏度、kPa→MPa）；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工单项目0.1实操：定义≥6个变量、涵盖≥3种数据类型，完成设备参数初始化系统；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代码规范启蒙：变量命名规则与PEP 8基础（目标规范率70%）。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变量与动态类型｜变量不是盒子是标签：贴在值上，随时可揭下换贴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四种基本类型｜int整数账/float小数表/str文字牌/bool开关灯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type与类型转换｜type()是照妖镜；int()/float()/str()是变形口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f-string格式化｜f-string=填空模板：引号前加f，花括号挖坑变量填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单位换算公式｜换算=数学表达式进变量：F=C*9/5+32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PEP 8启蒙｜命名如工牌：小写+下划线snake_case，一眼认人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误区：以为temp被'锁死'是float——类型跟着值走，换值就换型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误区：'78.5'加引号就成文本不能加减——int('78.5')还会炸，用float()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误区：int('36.5')直接ValueError——先float再int，或round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SyntaxError → 全用英文标点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NameError → 搜索变量名核对大小写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f-string原样输出 → 加f前缀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及格线我能过吗——≥6变量、≥3类型、规范率≥70%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优秀线我够吗——≥8变量、4类型、换算≥2处、规范率≥90%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技能点我能独立做出来吗——安装Python与PyCharm CE并运行首程序；定义多类型变量并格式化输出台账卡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素材来源：同周《第1次课-与Python的第一次握手》知识卡与避坑清单（逐字摘录）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变量与动态类型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误区：以为temp被'锁死'是float——类型跟着值走，换值就换型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变量不是盒子是标签：贴在值上，随时可揭下换贴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给泵编号、温度起名字——一切代码从贴标签开始 dev_code='PUMP-03'; temp=78.5; temp=True（合法）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四种基本类型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误区：'78.5'加引号就成文本不能加减——int('78.5')还会炸，用float()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int整数账/float小数表/str文字牌/bool开关灯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设备台账四类字段各归其位：编号/温度/名称/运行中 code='P3' temp=78.5 name='3号泵' run=True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type与类型转换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误区：int('36.5')直接ValueError——先float再int，或round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type()是照妖镜；int()/float()/str()是变形口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input()读进来的永远是str——算术前必须变形 t=float(input('温度?')); isinstance(t,float)守卫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SyntaxError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原因：中文标点/冒号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解决：全用英文标点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NameError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原因：拼写不一致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解决：搜索变量名核对大小写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f-string原样输出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原因：少了f前缀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解决：加f前缀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素材来源：同周《第1次课-与Python的第一次握手》知识卡与避坑清单（逐字摘录）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本课知识速览卡 · 边做边对照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知识点速览（逐字摘自同周完整讲解课知识卡）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变量与动态类型｜变量不是盒子是标签：贴在值上，随时可揭下换贴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四种基本类型｜int整数账/float小数表/str文字牌/bool开关灯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type与类型转换｜type()是照妖镜；int()/float()/str()是变形口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f-string格式化｜f-string=填空模板：引号前加f，花括号挖坑变量填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单位换算公式｜换算=数学表达式进变量：F=C*9/5+32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PEP 8启蒙｜命名如工牌：小写+下划线snake_case，一眼认人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本讲达标线（当堂评分同口径）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及格(D)：≥6变量、≥3类型、规范率≥70%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优秀(B+)：≥8变量、4类型、换算≥2处、规范率≥90%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动手前三个提醒（踩坑点摘录）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全用英文标点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搜索变量名核对大小写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加f前缀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素材来源：同周《第1次课-与Python的第一次握手》知识卡与避坑清单（逐字摘录）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 · 带着问题去下一讲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带着问题去下一讲——预习任务与自测问题逐字取自课程安排，课前完成。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主题：编写多级阈值判断逻辑——应用：见工单starte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预习快问：temp=80时，‘temp&gt;=80’和‘temp&gt;80’结果分别是什么？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课前完成：导学单 + 预习自测 + starter环境自检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完成工单项目0.1《设备参数初始化系统》：及格标准定义≥6个变量、≥3种数据类型、规范率≥70%；优秀标准≥8个变量、4种类型、含单位换算与注释、规范率≥90%；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完成环境搭建截图与第一个Hello World程序；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预习条件判断（if/elif/else）。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编写多级阈值判断逻辑——应用：见工单starte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