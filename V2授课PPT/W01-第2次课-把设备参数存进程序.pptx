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3" r:id="rId14"/>
    <p:sldId id="280" r:id="rId32"/>
    <p:sldId id="307" r:id="rId59"/>
    <p:sldId id="334" r:id="rId86"/>
    <p:sldId id="361" r:id="rId113"/>
    <p:sldId id="362" r:id="rId114"/>
    <p:sldId id="364" r:id="rId15"/>
    <p:sldId id="3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32" Type="http://schemas.openxmlformats.org/officeDocument/2006/relationships/slide" Target="slides/slide2.xml"/><Relationship Id="rId59" Type="http://schemas.openxmlformats.org/officeDocument/2006/relationships/slide" Target="slides/slide3.xml"/><Relationship Id="rId86" Type="http://schemas.openxmlformats.org/officeDocument/2006/relationships/slide" Target="slides/slide4.xml"/><Relationship Id="rId113" Type="http://schemas.openxmlformats.org/officeDocument/2006/relationships/slide" Target="slides/slide5.xml"/><Relationship Id="rId114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