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299" r:id="rId51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69"/>
    <p:sldId id="368" r:id="rId67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29.xml"/><Relationship Id="rId61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8.xml"/><Relationship Id="rId68" Type="http://schemas.openxmlformats.org/officeDocument/2006/relationships/slide" Target="slides/slide34.xml"/><Relationship Id="rId69" Type="http://schemas.openxmlformats.org/officeDocument/2006/relationships/slide" Target="slides/slide37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8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5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6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3" Type="http://schemas.openxmlformats.org/officeDocument/2006/relationships/slide" Target="slides/slide62.xml"/><Relationship Id="rId117" Type="http://schemas.openxmlformats.org/officeDocument/2006/relationships/slide" Target="slides/slide63.xml"/><Relationship Id="rId118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开场30秒：本次课《设备什么时候该报警》，80分钟＝2课时×40分钟。课前已发工单+starter+微课知识卡，资讯·计划线上完成。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详解B1·if/elif/else分支：先读定义→场景为什么用它→看代码实例→扩展给A层。C/D层掌握前三格，A层加扩展格。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详解B2·比较与赋值：先读定义→场景为什么用它→看代码实例→扩展给A层。C/D层掌握前三格，A层加扩展格。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详解B3·逻辑运算and/or/not：先读定义→场景为什么用它→看代码实例→扩展给A层。C/D层掌握前三格，A层加扩展格。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详解B4·嵌套判断：先读定义→场景为什么用它→看代码实例→扩展给A层。C/D层掌握前三格，A层加扩展格。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详解B5·边界值三测法：先读定义→场景为什么用它→看代码实例→扩展给A层。C/D层掌握前三格，A层加扩展格。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详解B6·告警三级分级：先读定义→场景为什么用它→看代码实例→扩展给A层。C/D层掌握前三格，A层加扩展格。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现场演示《两级判断》：三步走——先整段跑通看结果，再逐行讲关键语句，最后现场改一个参数看输出变化（演10分钟的核心素材）。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工单发布话术：'精密制造事业部发来工单0.2a《工业实时告警系统Ⅰ》，及格线是≥，优秀线看A层标准'——念完发starter。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错误速查：现场演示第一条——制造「95分支永不执行」，带着学生按'现象→原因→解决'三步排查。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设备什么时候该报警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and/or/not组合条件(加括号)——应用：if temp&gt;=80 and vib&gt;4.5: 报警——两个条件同时满足才触发 · 嵌套判断：先危险后预警的顺序——应用：先if level=='alarm'再if device=='PUMP'——先筛高危再定位设备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0.2a《工业实时告警系统Ⅰ》——本课工单即考核单元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目标：能够编写含多条件嵌套判断的工业监测程序；能够设计≥1个告警函数；代码规范率≥70%。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目标：培养严谨的逻辑思维（边界条件全覆盖），树立工业安全“宁可信其有”的告警意识。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字符串格式化(f-string/format)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运算符与表达式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能独立打开IDE并运行print('hello'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能说出int/float/str的区别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任务背景：夜班险情：2号注塑机温度悄悄爬过95℃没人察觉，幸亏李姐巡逻撞见。王主任后怕：'机器得自己会喊疼。'——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对应工单0.2a评分：功能40%+技术25%+规范20%+素养15%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知识详解：if/elif/else分支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if/elif/else分支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温度超限告警/振动分级——车间判断全走岔路口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temp&gt;=80: print('报警') else: print('正常')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知识应用（1）：if/elif/else分支；缩进即语法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if/elif/else分支；缩进即语法。在两江智造产线上的用法：见工单starter与教师参考实现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知识详解：比较与赋值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比较与赋值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告警判断写错=误操作——if temp=80直接语法错误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 == 80: print('到限')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知识详解：逻辑运算and/or/not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逻辑运算and/or/not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温度高且振动大才停机——多条件联锁判断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(temp&gt;=80) and (vib&gt;4.5): 停机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知识应用（3）：and/or/not组合条件(加括号)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and/or/not组合条件(加括号)。在两江智造产线上的用法：if temp&gt;=80 and vib&gt;4.5: 报警——两个条件同时满足才触发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temp&gt;=80 and vib&gt;4.5: 报警——两个条件同时满足才触发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知识详解：嵌套判断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嵌套判断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if里套if=先粗筛再细筛——像分拣机先挑大类再细分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先筛高危设备再定位具体泵——排查有先后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level=='alarm': 里层 if device=='PUMP-03'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误区：嵌套超2层读不动——再深就抽函数（下节课）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知识应用（4）：嵌套判断：先危险后预警的顺序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嵌套判断：先危险后预警的顺序。在两江智造产线上的用法：先if level=='alarm'再if device=='PUMP'——先筛高危再定位设备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先if level=='alarm'再if device=='PUMP'——先筛高危再定位设备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知识详解：边界值三测法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边界值三测法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边界三测：限值前/限值上/限值后各测一遍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阈值80到底&gt;=还是&gt;——79.9/80/80.1三发子弹裁决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80报不报？&gt;=80报 → 与'≥80报警'工艺单一致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误区：只测中间值——工业验收规定边界必测，&gt;=和&gt;差一台停机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知识详解：告警三级分级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告警三级分级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提示=记本子/警告=喊人/停机=自动断——轻重分级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车间告警不能一刀切——分级响应才能不漏不大惊小怪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&gt;=90停机 / &gt;=80警告 / &gt;=70提示（elif顺序）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误区：elif从严到窄写——先写&gt;=70会把90也截走，顺序即逻辑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设计alarm告警函数——应用：见工单starter与教师参考实现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边界五组全覆盖测试——应用：见工单starter与教师参考实现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用流程图先行梳理分支——应用：见工单starter与教师参考实现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设备什么时候该报警（1）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条件判断基础：if/elif/else结构与缩进块；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比较运算与逻辑运算：and、or、not组合条件；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嵌套判断与多级告警（提示/警告/停机）的业务逻辑；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演示：温度阈值判断、压力异常判断的实时告警程序。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关键代码：两级判断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 &gt;= 95: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alarm(3, f"温度{temp}℃超危险线，停机！")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elif temp &gt;= 80: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alarm(2, f"温度{temp}℃超预警线")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else: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alarm(1, "运行正常")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实施任务：工单0.2a《工业实时告警系统Ⅰ》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实现两级温度阈值判断(80/95℃)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设计alarm(level,msg)告警函数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边界五组测试(79.9/80/94.9/95/100)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≥2个if判断+1个告警函数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三级告警+边界全对+规范率≥85%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工程化项目/w02_alarm_engine/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src/alarm_engine/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跟做改值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把80改成75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观察输出变化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能改阈值再跑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单级判断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温度≥80判断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输出告警信息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测试79.9/80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两组边界通过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两级判断完整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80/95双阈值判断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alarm函数封装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五组边界测试输出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边界五组通过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三级告警+去重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温度压力同时超限升紧急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同设备同级10秒去重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告警写alarm.log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边界全对+日志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实现三级告警+告警去重（同设备同级别10秒内只报一次）)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实现两级温度阈值判断(80/95℃)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设计alarm(level,msg)告警函数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边界五组测试(79.9/80/94.9/95/100)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=是赋值==是比较，条件里写=直接语法错误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边界值三测：79.9/80/80.1必做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elif顺序：范围大的判断放后面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95分支永不执行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elif顺序反了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先判危险再预警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=用在条件里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语法错误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改==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边界80落错分支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用了&gt;而非&gt;=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按需求选&gt;=/&gt;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D·学徒（≥60）：跟做改值——跟做保底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C·操作员（≥70）：单级判断——基础完成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B·组长（≥80）：两级判断完整——标准达成+帮带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A·师傅（≥90）：三级告警+去重——进阶拓展+费曼讲解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95分支永不执行 · =用在条件里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排错题：出现「95分支永不执行」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原因：elif顺序反了；解决：先判危险再预警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if/elif/else分支；缩进即语法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知识：if/elif/else分支；缩进即语法；比较运算==/!=/&gt;=/&lt;=；=是赋值；and/or/not组合条件(加括号)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交付：工单0.2a《工业实时告警系统Ⅰ》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