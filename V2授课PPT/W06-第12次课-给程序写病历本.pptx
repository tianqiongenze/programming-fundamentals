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4" r:id="rId15"/>
    <p:sldId id="280" r:id="rId32"/>
    <p:sldId id="308" r:id="rId60"/>
    <p:sldId id="316" r:id="rId68"/>
    <p:sldId id="335" r:id="rId87"/>
    <p:sldId id="362" r:id="rId114"/>
    <p:sldId id="363" r:id="rId115"/>
    <p:sldId id="365" r:id="rId16"/>
    <p:sldId id="3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0" Type="http://schemas.openxmlformats.org/officeDocument/2006/relationships/slide" Target="slides/slide3.xml"/><Relationship Id="rId68" Type="http://schemas.openxmlformats.org/officeDocument/2006/relationships/slide" Target="slides/slide4.xml"/><Relationship Id="rId87" Type="http://schemas.openxmlformats.org/officeDocument/2006/relationships/slide" Target="slides/slide5.xml"/><Relationship Id="rId114" Type="http://schemas.openxmlformats.org/officeDocument/2006/relationships/slide" Target="slides/slide6.xml"/><Relationship Id="rId11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开场30秒：本次课《给程序写病历本》，80分钟＝2课时×40分钟。课前已发工单+starter+微课知识卡，资讯·计划线上完成。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给程序写病历本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给程序写病历本（1）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logging日志模块：级别、格式、文件输出；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程序调试方法：断点、单步、打印调试法；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工单项目0.5实操：编写健壮的工业数据采集程序（捕获文件不存在、数据格式错误等≥2种异常，记录日志）；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中期诊断：进度检查、困难学生识别、补强计划启动。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采集统计输出(成功/跳过/失败)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脏数据写入bad_records.csv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中期自评问卷+教师快问快答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统计正确；脏数据可追溯+规范率≥90%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