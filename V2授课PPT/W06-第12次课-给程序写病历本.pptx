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4" r:id="rId15"/>
    <p:sldId id="280" r:id="rId32"/>
    <p:sldId id="308" r:id="rId60"/>
    <p:sldId id="367" r:id="rId18"/>
    <p:sldId id="368" r:id="rId19"/>
    <p:sldId id="369" r:id="rId20"/>
    <p:sldId id="316" r:id="rId68"/>
    <p:sldId id="335" r:id="rId87"/>
    <p:sldId id="362" r:id="rId114"/>
    <p:sldId id="363" r:id="rId115"/>
    <p:sldId id="365" r:id="rId16"/>
    <p:sldId id="3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32" Type="http://schemas.openxmlformats.org/officeDocument/2006/relationships/slide" Target="slides/slide3.xml"/><Relationship Id="rId60" Type="http://schemas.openxmlformats.org/officeDocument/2006/relationships/slide" Target="slides/slide4.xml"/><Relationship Id="rId68" Type="http://schemas.openxmlformats.org/officeDocument/2006/relationships/slide" Target="slides/slide5.xml"/><Relationship Id="rId87" Type="http://schemas.openxmlformats.org/officeDocument/2006/relationships/slide" Target="slides/slide6.xml"/><Relationship Id="rId114" Type="http://schemas.openxmlformats.org/officeDocument/2006/relationships/slide" Target="slides/slide7.xml"/><Relationship Id="rId1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开场30秒：本次课《给程序写病历本》，80分钟＝2课时×40分钟。课前已发工单+starter+微课知识卡，资讯·计划线上完成。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给程序写病历本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给程序写病历本（1）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logging日志模块：级别、格式、文件输出；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程序调试方法：断点、单步、打印调试法；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工单项目0.5实操：编写健壮的工业数据采集程序（捕获文件不存在、数据格式错误等≥2种异常，记录日志）；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中期诊断：进度检查、困难学生识别、补强计划启动。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采集统计输出(成功/跳过/失败)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脏数据写入bad_records.csv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中期自评问卷+教师快问快答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统计正确；脏数据可追溯+规范率≥90%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异常是对象｜异常=程序出错时扔出的'事故报告单'，类型名即线索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try/except/else/fina｜try=试做/except=出事接住/else=没出事才做/fin…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精确捕获｜except接具体类型=对症下药——一个except管一种病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禁裸except｜裸except=把警报器全拆了——连Ctrl+C都吞程序杀不死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logging三级｜logging=车间广播系统：INFO日常/WARNING注意/E…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finally收尾｜finally=无论成败必做的鞠躬——关文件断连接写统计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误区：从最后一行往上读栈——错误类型→说明→行号倒着看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误区：把大段代码塞进try——只包会出错的那几句，窄包才好查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误区：父类异常写前面会截胡后面所有——从小到大排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裸except吞异常 → 写明异常类型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日志中文乱码 → FileHandler(encoding='utf-8')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except里pass → 至少log.error记录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及格线我能过吗——≥2种异常+基本日志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优秀线我够吗——统计正确；脏数据可追溯+规范率≥90%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技能点我能独立做出来吗——配置双输出日志(控制台+文件)；捕获多类型异常并分级记录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素材来源：同周《第11次课-程序生病了怎么办》知识卡与避坑清单（逐字摘录）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异常是对象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误区：从最后一行往上读栈——错误类型→说明→行号倒着看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异常=程序出错时扔出的'事故报告单'，类型名即线索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读文件失败/除零——崩溃前的最后信号，接住就能救 ZeroDivisionError/ValueError/FileNotFoundError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try/except/else/fina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误区：把大段代码塞进try——只包会出错的那几句，窄包才好查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try=试做/except=出事接住/else=没出事才做/finally=必做收尾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采集主循环的防护壳——单点出错不能停整条产线 try: read() except FileNotFoundError: 默认值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精确捕获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误区：父类异常写前面会截胡后面所有——从小到大排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except接具体类型=对症下药——一个except管一种病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缺文件用默认值/类型错提示重输——不同错误不同对策 except FileNotFoundError: … except ValueError: 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裸except吞异常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原因：连Ctrl+C都拦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解决：写明异常类型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日志中文乱码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原因：编码缺省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解决：FileHandler(encoding='utf-8')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except里pass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原因：错误被掩盖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解决：至少log.error记录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素材来源：同周《第11次课-程序生病了怎么办》知识卡与避坑清单（逐字摘录）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