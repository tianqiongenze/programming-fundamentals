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16"/>
    <p:sldId id="280" r:id="rId32"/>
    <p:sldId id="310" r:id="rId62"/>
    <p:sldId id="317" r:id="rId69"/>
    <p:sldId id="370" r:id="rId19"/>
    <p:sldId id="371" r:id="rId20"/>
    <p:sldId id="372" r:id="rId21"/>
    <p:sldId id="373" r:id="rId22"/>
    <p:sldId id="374" r:id="rId23"/>
    <p:sldId id="319" r:id="rId71"/>
    <p:sldId id="338" r:id="rId90"/>
    <p:sldId id="365" r:id="rId117"/>
    <p:sldId id="366" r:id="rId118"/>
    <p:sldId id="368" r:id="rId17"/>
    <p:sldId id="369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2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32" Type="http://schemas.openxmlformats.org/officeDocument/2006/relationships/slide" Target="slides/slide3.xml"/><Relationship Id="rId62" Type="http://schemas.openxmlformats.org/officeDocument/2006/relationships/slide" Target="slides/slide4.xml"/><Relationship Id="rId69" Type="http://schemas.openxmlformats.org/officeDocument/2006/relationships/slide" Target="slides/slide5.xml"/><Relationship Id="rId71" Type="http://schemas.openxmlformats.org/officeDocument/2006/relationships/slide" Target="slides/slide11.xml"/><Relationship Id="rId90" Type="http://schemas.openxmlformats.org/officeDocument/2006/relationships/slide" Target="slides/slide12.xml"/><Relationship Id="rId117" Type="http://schemas.openxmlformats.org/officeDocument/2006/relationships/slide" Target="slides/slide13.xml"/><Relationship Id="rId118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开场30秒：本次课《工业数据的通用语言》，80分钟＝2课时×40分钟。课前已发工单+starter+微课知识卡，资讯·计划线上完成。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工业数据的通用语言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工业数据的通用语言（1）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JSON数据格式：json.loads/dumps、嵌套结构解析；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数据验证与清洗基础：缺失值检测、类型校验、范围检查；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工单项目1.2实操：读取CSV/JSON工业数据文件，进行验证清洗，输出标准化数据。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决策：越界处置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剔除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统计离群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保留并标记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真实过热工况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with open｜with=租借自动还：代码块结束文件自动关，忘了关也不漏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csv.DictReader｜DictReader=带表头的读取器：按列名取数不看列序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json.loads/dumps｜loads=拆快递(字符串→字典)；dumps=打包(字典→字符串)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三维验证｜三道闸=查户口：键在不在/类型对不对/数值合不合理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问题行策略｜坏行处理=登记放行：跳过但写bad.log带原因——可追溯不静默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newline=''防CSV空行｜newline=''=告诉open'换行我自己管'——CSV不再多…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误区：漏encoding='utf-8'→Win默认GBK中文乱码——乱码先查它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误区：普通reader按下标[2]取列——插一列全错，DictReader免此劫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误区：dumps中文变\uXXXX——加ensure_ascii=False+indent…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float('err')崩 → try转换或errors处理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CSV多空行 → open(...,newline='')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路径找不到 → 按脚本目录拼路径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及格线我能过吗——≥2格式+基本验证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优秀线我够吗——报告清晰；业务决策有依据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技能点我能独立做出来吗——with读写CSV与JSON；实现三维数据验证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素材来源：同周《第15次课-让数据活过下一次关机》知识卡与避坑清单（逐字摘录）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with open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误区：漏encoding='utf-8'→Win默认GBK中文乱码——乱码先查它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with=租借自动还：代码块结束文件自动关，忘了关也不漏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读写设备日志/台账的标准姿势——车间文件操作第一写法 with open('log.csv', encoding='utf-8') as f: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csv.DictReader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误区：普通reader按下标[2]取列——插一列全错，DictReader免此劫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DictReader=带表头的读取器：按列名取数不看列序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读传感器CSV台账——列序变了代码不用改 for row in csv.DictReader(f): row['temp']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json.loads/dumps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误区：dumps中文变\uXXXX——加ensure_ascii=False+indent=2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loads=拆快递(字符串→字典)；dumps=打包(字典→字符串)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MQTT消息/配置文件都是JSON——进出必经拆装 data=json.loads(msg); data['temp']+=1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float('err')崩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原因：未预判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解决：try转换或errors处理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CSV多空行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原因：缺newline=''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解决：open(...,newline='')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路径找不到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原因：IDE与命令行cwd不同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解决：按脚本目录拼路径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素材来源：同周《第15次课-让数据活过下一次关机》知识卡与避坑清单（逐字摘录）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本课知识速览卡 · 边做边对照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知识点速览（逐字摘自同周完整讲解课知识卡）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with open｜with=租借自动还：代码块结束文件自动关，忘了关也不漏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csv.DictReader｜DictReader=带表头的读取器：按列名取数不看列序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json.loads/dumps｜loads=拆快递(字符串→字典)；dumps=打包(字典→字符串)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三维验证｜三道闸=查户口：键在不在/类型对不对/数值合不合理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问题行策略｜坏行处理=登记放行：跳过但写bad.log带原因——可追溯不静默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newline=''防CSV空行｜newline=''=告诉open'换行我自己管'——CSV不再多空行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本讲达标线（当堂评分同口径）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及格(D)：≥2格式+基本验证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优秀(B+)：报告清晰；业务决策有依据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动手前三个提醒（踩坑点摘录）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⚠ try转换或errors处理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open(...,newline='')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⚠ 按脚本目录拼路径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微软雅黑"/>
              </a:rPr>
              <a:t>素材来源：同周《第15次课-让数据活过下一次关机》知识卡与避坑清单（逐字摘录）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 · 带着问题去下一讲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带着问题去下一讲——预习任务与自测问题逐字取自课程安排，课前完成。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主题：完成分词+停用词管线——应用：见工单starte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预习快问：词云中文变方块的原因？如何解决？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课前完成：导学单 + 预习自测 + starter环境自检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  <a:latin typeface="微软雅黑"/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输出clean.csv+各维度问题计数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135℃业务决策记录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支持命令行参数选输入文件(选做)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报告清晰；业务决策有依据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