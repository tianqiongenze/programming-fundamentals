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0" r:id="rId62"/>
    <p:sldId id="317" r:id="rId69"/>
    <p:sldId id="319" r:id="rId71"/>
    <p:sldId id="338" r:id="rId90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2" Type="http://schemas.openxmlformats.org/officeDocument/2006/relationships/slide" Target="slides/slide3.xml"/><Relationship Id="rId69" Type="http://schemas.openxmlformats.org/officeDocument/2006/relationships/slide" Target="slides/slide4.xml"/><Relationship Id="rId71" Type="http://schemas.openxmlformats.org/officeDocument/2006/relationships/slide" Target="slides/slide5.xml"/><Relationship Id="rId90" Type="http://schemas.openxmlformats.org/officeDocument/2006/relationships/slide" Target="slides/slide6.xml"/><Relationship Id="rId117" Type="http://schemas.openxmlformats.org/officeDocument/2006/relationships/slide" Target="slides/slide7.xml"/><Relationship Id="rId1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开场30秒：本次课《工业数据的通用语言》，80分钟＝2课时×40分钟。课前已发工单+starter+微课知识卡，资讯·计划线上完成。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情境说书（30秒，口头讲，不必逐字念）：中台抽检打回上月数据：缺温度、类型错、还有135℃的'过热'记录。李姐委屈：'原始数据就这样。'——工单1.2：做数据清洗，还车间数据一个清白。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工单发布话术：'精密制造事业部发来工单1.2《工业数据文件处理系统》，及格线是≥，优秀线看A层标准'——念完发starter。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预习知识点：字典操作(键值对/遍历)；JSON读写 | 课中检查知识点：能按code查设备台账；能json.loads/dumps转换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工业数据的通用语言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工业数据的通用语言（1）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JSON数据格式：json.loads/dumps、嵌套结构解析；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数据验证与清洗基础：缺失值检测、类型校验、范围检查；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工单项目1.2实操：读取CSV/JSON工业数据文件，进行验证清洗，输出标准化数据。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决策：越界处置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理由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剔除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统计离群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保留并标记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真实过热工况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实施任务：工单1.2《工业数据文件处理系统》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输出clean.csv+各维度问题计数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135℃业务决策记录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支持命令行参数选输入文件(选做)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≥2格式+基本验证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报告清晰；业务决策有依据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编写一个“数据体检脚本”：统计文件缺失值数量；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预习jieba分词的安装与使用。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完成分词+停用词管线——应用：见工单starte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