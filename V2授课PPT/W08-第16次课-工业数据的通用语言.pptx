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16"/>
    <p:sldId id="280" r:id="rId32"/>
    <p:sldId id="310" r:id="rId62"/>
    <p:sldId id="317" r:id="rId69"/>
    <p:sldId id="319" r:id="rId71"/>
    <p:sldId id="338" r:id="rId90"/>
    <p:sldId id="365" r:id="rId117"/>
    <p:sldId id="366" r:id="rId118"/>
    <p:sldId id="368" r:id="rId17"/>
    <p:sldId id="369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69" Type="http://schemas.openxmlformats.org/officeDocument/2006/relationships/slide" Target="slides/slide4.xml"/><Relationship Id="rId71" Type="http://schemas.openxmlformats.org/officeDocument/2006/relationships/slide" Target="slides/slide5.xml"/><Relationship Id="rId90" Type="http://schemas.openxmlformats.org/officeDocument/2006/relationships/slide" Target="slides/slide6.xml"/><Relationship Id="rId117" Type="http://schemas.openxmlformats.org/officeDocument/2006/relationships/slide" Target="slides/slide7.xml"/><Relationship Id="rId1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开场30秒：本次课《工业数据的通用语言》，80分钟＝2课时×40分钟。课前已发工单+starter+微课知识卡，资讯·计划线上完成。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工业数据的通用语言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工业数据的通用语言（1）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JSON数据格式：json.loads/dumps、嵌套结构解析；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数据验证与清洗基础：缺失值检测、类型校验、范围检查；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工单项目1.2实操：读取CSV/JSON工业数据文件，进行验证清洗，输出标准化数据。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决策：越界处置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剔除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统计离群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保留并标记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真实过热工况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输出clean.csv+各维度问题计数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135℃业务决策记录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支持命令行参数选输入文件(选做)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报告清晰；业务决策有依据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