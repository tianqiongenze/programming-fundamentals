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7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7" r:id="rId14"/>
    <p:sldId id="280" r:id="rId32"/>
    <p:sldId id="311" r:id="rId63"/>
    <p:sldId id="370" r:id="rId17"/>
    <p:sldId id="371" r:id="rId18"/>
    <p:sldId id="372" r:id="rId19"/>
    <p:sldId id="373" r:id="rId20"/>
    <p:sldId id="374" r:id="rId21"/>
    <p:sldId id="338" r:id="rId90"/>
    <p:sldId id="365" r:id="rId117"/>
    <p:sldId id="366" r:id="rId118"/>
    <p:sldId id="368" r:id="rId15"/>
    <p:sldId id="369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4" Type="http://schemas.openxmlformats.org/officeDocument/2006/relationships/slide" Target="slides/slide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32" Type="http://schemas.openxmlformats.org/officeDocument/2006/relationships/slide" Target="slides/slide3.xml"/><Relationship Id="rId63" Type="http://schemas.openxmlformats.org/officeDocument/2006/relationships/slide" Target="slides/slide4.xml"/><Relationship Id="rId90" Type="http://schemas.openxmlformats.org/officeDocument/2006/relationships/slide" Target="slides/slide10.xml"/><Relationship Id="rId117" Type="http://schemas.openxmlformats.org/officeDocument/2006/relationships/slide" Target="slides/slide11.xml"/><Relationship Id="rId1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开场30秒：本次课《多级告警逻辑设计》，80分钟＝2课时×40分钟。课前已发工单+starter+微课知识卡，资讯·计划线上完成。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夜班险情：2号注塑机温度悄悄爬过95℃没人察觉，幸亏李姐巡逻撞见。王主任后怕：'机器得自己会喊疼。'——工单0.2a：写多级温度/压力告警判断，先让程序学会'什么时候该喊'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初来乍到，请多关照 | 预习知识点：字符串格式化(f-string/format)；运算符与表达式 | 课中检查知识点：能写出f'{dev}温度{temp:.1f}℃'；能区分==与is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多级告警逻辑设计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第二周 · 第4次课（2课时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夜班险情：2号注塑机温度悄悄爬过95℃没人察觉，幸亏李姐巡逻撞见。王主任后怕：'机器得自己会喊疼。'——工单0.2a：写多级温度/压力告警判断，先让程序学会'什么时候该喊'。</a:t>
            </a:r>
          </a:p>
        </p:txBody>
      </p:sp>
      <p:pic>
        <p:nvPicPr>
          <p:cNvPr id="9" name="Picture 8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多级告警逻辑设计（1）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工业实时告警场景分析：阈值设定、告警分级、响应措施；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工单项目0.2（上）实操：实现≥2个if条件判断的设备监测程序；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常见错误预防：缩进错误、条件覆盖遗漏、“=”与“==”混淆。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if/elif/else分支｜程序岔路口：if问一句'满不满足'，满足走这条路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比较与赋值｜=是'装进去'，==是'比一比'——一横之差意思全变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逻辑运算and/or/not｜and同真才真/or一真即真/not翻面——复杂条件加括号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嵌套判断｜if里套if=先粗筛再细筛——像分拣机先挑大类再细分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边界值三测法｜边界三测：限值前/限值上/限值后各测一遍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告警三级分级｜提示=记本子/警告=喊人/停机=自动断——轻重分级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误区：缩进漏4空格→IndentationError——缩进即语法不是美观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误区：=写进if→SyntaxError；比较浮点用差值&lt;1e-6不用==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误区：优先级记不清就全加括号——and比or优先，加括号最稳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95分支永不执行 → 先判危险再预警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=用在条件里 → 改==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边界80落错分支 → 按需求选&gt;=/&gt;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及格线我能过吗——≥2个if判断+1个告警函数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优秀线我够吗——三级告警+边界全对+规范率≥85%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技能点我能独立做出来吗——编写多级阈值判断逻辑；设计alarm告警函数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素材来源：同周《第3次课-设备什么时候该报警》知识卡与避坑清单（逐字摘录）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if/elif/else分支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误区：缩进漏4空格→IndentationError——缩进即语法不是美观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程序岔路口：if问一句'满不满足'，满足走这条路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温度超限告警/振动分级——车间判断全走岔路口 if temp&gt;=80: print('报警') else: print('正常')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比较与赋值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误区：=写进if→SyntaxError；比较浮点用差值&lt;1e-6不用==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=是'装进去'，==是'比一比'——一横之差意思全变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告警判断写错=误操作——if temp=80直接语法错误 if temp == 80: print('到限')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逻辑运算and/or/not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误区：优先级记不清就全加括号——and比or优先，加括号最稳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and同真才真/or一真即真/not翻面——复杂条件加括号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温度高且振动大才停机——多条件联锁判断 if (temp&gt;=80) and (vib&gt;4.5): 停机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95分支永不执行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原因：elif顺序反了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解决：先判危险再预警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=用在条件里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原因：语法错误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解决：改==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边界80落错分支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原因：用了&gt;而非&gt;=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解决：按需求选&gt;=/&gt;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素材来源：同周《第3次课-设备什么时候该报警》知识卡与避坑清单（逐字摘录）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本课知识速览卡 · 边做边对照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本讲是动手冲刺课：知识点在完整讲解课已细讲——这页把它们浓缩成一张速览卡，边做边对照。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63093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630936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819656"/>
            <a:ext cx="6089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知识点速览（逐字摘自同周完整讲解课知识卡）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267712"/>
            <a:ext cx="6035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if/elif/else分支｜程序岔路口：if问一句'满不满足'，满足走这条路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比较与赋值｜=是'装进去'，==是'比一比'——一横之差意思全变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逻辑运算and/or/not｜and同真才真/or一真即真/not翻面——复杂条件加括号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嵌套判断｜if里套if=先粗筛再细筛——像分拣机先挑大类再细分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边界值三测法｜边界三测：限值前/限值上/限值后各测一遍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告警三级分级｜提示=记本子/警告=喊人/停机=自动断——轻重分级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1783080"/>
            <a:ext cx="4828032" cy="19659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03720" y="1783080"/>
            <a:ext cx="482803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13448" y="181965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本讲达标线（当堂评分同口径）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68312" y="2249424"/>
            <a:ext cx="4526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及格(D)：≥2个if判断+1个告警函数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优秀(B+)：三级告警+边界全对+规范率≥85%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03720" y="3886200"/>
            <a:ext cx="4828032" cy="201168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03720" y="3886200"/>
            <a:ext cx="4828032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13448" y="392277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动手前三个提醒（踩坑点摘录）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68312" y="4352544"/>
            <a:ext cx="4526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⚠ 先判危险再预警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改==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按需求选&gt;=/&gt;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素材来源：同周《第3次课-设备什么时候该报警》知识卡与避坑清单（逐字摘录）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 · 带着问题去下一讲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带着问题去下一讲——预习任务与自测问题逐字取自课程安排，课前完成。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920240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920240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08483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主题：双层循环模拟多设备多周期——应用：见工单star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026664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26664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191256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预习快问：range(1,10,2)生成哪些数？死循环怎么避免？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33087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133087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297679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课前完成：导学单 + 预习自测 + starter环境自检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239512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5239512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404103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带着问题：来上课——Predict先于Run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完成工单项目0.2（上）：实现≥2个if条件判断、设计≥1个告警函数；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手绘多级告警流程图一张并标注边界条件；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预习for/while循环结构。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下次课预告（第3周）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双层循环模拟多设备多周期——应用：见工单star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range(1,10,2)生成哪些数？死循环怎么避免？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