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11" r:id="rId63"/>
    <p:sldId id="338" r:id="rId90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2" Type="http://schemas.openxmlformats.org/officeDocument/2006/relationships/slide" Target="slides/slide2.xml"/><Relationship Id="rId63" Type="http://schemas.openxmlformats.org/officeDocument/2006/relationships/slide" Target="slides/slide3.xml"/><Relationship Id="rId90" Type="http://schemas.openxmlformats.org/officeDocument/2006/relationships/slide" Target="slides/slide4.xml"/><Relationship Id="rId117" Type="http://schemas.openxmlformats.org/officeDocument/2006/relationships/slide" Target="slides/slide5.xml"/><Relationship Id="rId118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开场30秒：本次课《多级告警逻辑设计》，80分钟＝2课时×40分钟。课前已发工单+starter+微课知识卡，资讯·计划线上完成。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预习知识点：字符串格式化(f-string/format)；运算符与表达式 | 课中检查知识点：能写出f'{dev}温度{temp:.1f}℃'；能区分==与is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多级告警逻辑设计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第二周 · 第4次课（2课时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</p:txBody>
      </p:sp>
      <p:pic>
        <p:nvPicPr>
          <p:cNvPr id="9" name="Picture 8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多级告警逻辑设计（1）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工业实时告警场景分析：阈值设定、告警分级、响应措施；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工单项目0.2（上）实操：实现≥2个if条件判断的设备监测程序；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常见错误预防：缩进错误、条件覆盖遗漏、“=”与“==”混淆。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完成工单项目0.2（上）：实现≥2个if条件判断、设计≥1个告警函数；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手绘多级告警流程图一张并标注边界条件；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预习for/while循环结构。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双层循环模拟多设备多周期——应用：见工单star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range(1,10,2)生成哪些数？死循环怎么避免？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