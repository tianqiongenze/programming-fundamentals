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7" r:id="rId15"/>
    <p:sldId id="280" r:id="rId32"/>
    <p:sldId id="311" r:id="rId63"/>
    <p:sldId id="318" r:id="rId70"/>
    <p:sldId id="320" r:id="rId72"/>
    <p:sldId id="339" r:id="rId91"/>
    <p:sldId id="366" r:id="rId118"/>
    <p:sldId id="368" r:id="rId16"/>
    <p:sldId id="369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32" Type="http://schemas.openxmlformats.org/officeDocument/2006/relationships/slide" Target="slides/slide2.xml"/><Relationship Id="rId63" Type="http://schemas.openxmlformats.org/officeDocument/2006/relationships/slide" Target="slides/slide3.xml"/><Relationship Id="rId70" Type="http://schemas.openxmlformats.org/officeDocument/2006/relationships/slide" Target="slides/slide4.xml"/><Relationship Id="rId72" Type="http://schemas.openxmlformats.org/officeDocument/2006/relationships/slide" Target="slides/slide5.xml"/><Relationship Id="rId91" Type="http://schemas.openxmlformats.org/officeDocument/2006/relationships/slide" Target="slides/slide6.xml"/><Relationship Id="rId118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开场30秒：本次课《正式答辩专场》，80分钟＝2课时×40分钟。课前已发工单+starter+微课知识卡，资讯·计划线上完成。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情境说书（30秒，口头讲，不必逐字念）：答辩日。王主任、方总监和平台吴工都坐在台下。你要交付的，是把12周所学装进一个完整的《工业互联网数据处理系统》——第23次课终验预答辩，第24次课正式答辩。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工单发布话术：'精密制造事业部发来工单Z《综合项目答辩专场》，及格线是功，优秀线看A层标准'——念完发starter。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项目6 点滴过往，趣味报告 | 预习知识点：综合项目：数据采集→处理→可视化(matplotlib基础) | 课中检查知识点：能串联12周知识完成综合项目并答辩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正式答辩专场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第十二周 · 第24次课（2课时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答辩日。王主任、方总监和平台吴工都坐在台下。你要交付的，是把12周所学装进一个完整的《工业互联网数据处理系统》——第23次课终验预答辩，第24次课正式答辩。</a:t>
            </a:r>
          </a:p>
        </p:txBody>
      </p:sp>
      <p:pic>
        <p:nvPicPr>
          <p:cNvPr id="9" name="Picture 8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正式答辩专场（1）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项目演示：现场运行系统、展示输出报告；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项目答辩：架构讲解、技术问答、创新点陈述；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答辩节奏：≤6组按“8分钟演示+5分钟问答”；♡6组切换“5分钟演示+3分钟问答”，且演示视频（≤3分钟）于课前1天预收、教师预看并带问题入场；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多元评价：教师评价+组间互评+企业导师点评；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课程总结与后续课程（《AI应用基础》进阶）衔接说明。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正式答辩流程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环节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时长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演示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现场运行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问答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必答+抽答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按D/C/B/A四级现场评分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实施任务：工单Z《综合项目答辩专场》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正式答辩(8+5分钟)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组间互评+个人反思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提交代码/报告/PPT/视频/贡献表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功能基本完整+能演示主流程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规范率≥95%+架构清晰+创新点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提交综合项目完整材料：代码、报告、演示视频；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完成课程学习反思（一页纸总结）；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了解后续《AI应用基础》课程衔接内容。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