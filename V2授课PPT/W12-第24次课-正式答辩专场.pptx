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7" r:id="rId15"/>
    <p:sldId id="280" r:id="rId32"/>
    <p:sldId id="311" r:id="rId63"/>
    <p:sldId id="318" r:id="rId70"/>
    <p:sldId id="370" r:id="rId18"/>
    <p:sldId id="371" r:id="rId19"/>
    <p:sldId id="372" r:id="rId20"/>
    <p:sldId id="373" r:id="rId21"/>
    <p:sldId id="374" r:id="rId22"/>
    <p:sldId id="320" r:id="rId72"/>
    <p:sldId id="339" r:id="rId91"/>
    <p:sldId id="366" r:id="rId118"/>
    <p:sldId id="368" r:id="rId16"/>
    <p:sldId id="369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2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32" Type="http://schemas.openxmlformats.org/officeDocument/2006/relationships/slide" Target="slides/slide3.xml"/><Relationship Id="rId63" Type="http://schemas.openxmlformats.org/officeDocument/2006/relationships/slide" Target="slides/slide4.xml"/><Relationship Id="rId70" Type="http://schemas.openxmlformats.org/officeDocument/2006/relationships/slide" Target="slides/slide5.xml"/><Relationship Id="rId72" Type="http://schemas.openxmlformats.org/officeDocument/2006/relationships/slide" Target="slides/slide11.xml"/><Relationship Id="rId91" Type="http://schemas.openxmlformats.org/officeDocument/2006/relationships/slide" Target="slides/slide12.xml"/><Relationship Id="rId1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开场30秒：本次课《正式答辩专场》，80分钟＝2课时×40分钟。课前已发工单+starter+微课知识卡，资讯·计划线上完成。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情境说书（30秒，口头讲，不必逐字念）：答辩日。王主任、方总监和平台吴工都坐在台下。你要交付的，是把12周所学装进一个完整的《工业互联网数据处理系统》——第23次课终验预答辩，第24次课正式答辩。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工单发布话术：'精密制造事业部发来工单Z《综合项目答辩专场》，及格线是功，优秀线看A层标准'——念完发starter。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点滴过往，趣味报告 | 预习知识点：综合项目：数据采集→处理→可视化(matplotlib基础) | 课中检查知识点：能串联12周知识完成综合项目并答辩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正式答辩专场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第十二周 · 第24次课（2课时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答辩日。王主任、方总监和平台吴工都坐在台下。你要交付的，是把12周所学装进一个完整的《工业互联网数据处理系统》——第23次课终验预答辩，第24次课正式答辩。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正式答辩专场（1）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项目演示：现场运行系统、展示输出报告；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项目答辩：架构讲解、技术问答、创新点陈述；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答辩节奏：≤6组按“8分钟演示+5分钟问答”；♡6组切换“5分钟演示+3分钟问答”，且演示视频（≤3分钟）于课前1天预收、教师预看并带问题入场；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多元评价：教师评价+组间互评+企业导师点评；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课程总结与后续课程（《AI应用基础》进阶）衔接说明。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正式答辩流程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现场运行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问答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必答+抽答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按D/C/B/A四级现场评分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checklist三清单｜checklist=飞行前检查单：功能/规范/演示逐项打勾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答辩四段结构｜四段=时间盒：1分钟分工+5分钟演示+2分钟总结+提问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bad-case预案｜bad-case预案=答辩灭火器：评委必点脏数据，提前备好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贡献表与Git核对｜贡献表对Git=口头对台账——谁写的代码提交记录说了算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个人问责制｜个人问责=随机点名必答题——组分与个人分分开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时间盒弹性｜时间盒弹性=人多就切5+3分钟——超时打断不解释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误区：靠'我觉得都OK'——清单逐项过，漏一项扣一项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误区：先讲代码再演示——先跑通给结果，评委要有耐心阈值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误区：崩溃不扣死分，崩溃无预案才扣——兜底体现工程态度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现场装依赖 → 答辩机预演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只讲不演示 → 必须现场运行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超时 → 按5+3彩排两遍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及格线我能过吗——功能基本完整+能演示主流程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优秀线我够吗——规范率≥95%+架构清晰+创新点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技能点我能独立做出来吗——对照技能点页 S1–S4 逐条自测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素材来源：同周《第23次课-项目终验联调与预答辩》知识卡与避坑清单（逐字摘录）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checklist三清单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误区：靠'我觉得都OK'——清单逐项过，漏一项扣一项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checklist=飞行前检查单：功能/规范/演示逐项打勾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终验不靠记忆靠清单——工程师与飞行员同一套方法 □全部功能可跑 □PEP8规范 □运行截图齐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答辩四段结构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误区：先讲代码再演示——先跑通给结果，评委要有耐心阈值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四段=时间盒：1分钟分工+5分钟演示+2分钟总结+提问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小组答辩8分钟时间盒——超时直接打断 '我们4人分工…→现在演示…→收获是…'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bad-case预案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误区：崩溃不扣死分，崩溃无预案才扣——兜底体现工程态度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bad-case预案=答辩灭火器：评委必点脏数据，提前备好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预演评委可能的刁钻输入——温度=abc不能崩 输入'温度=abc'→友好报错并提示重输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现场装依赖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原因：没提前试跑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解决：答辩机预演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只讲不演示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原因：空谈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解决：必须现场运行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超时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原因：没掐表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解决：按5+3彩排两遍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素材来源：同周《第23次课-项目终验联调与预答辩》知识卡与避坑清单（逐字摘录）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本课知识速览卡 · 边做边对照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知识点速览（逐字摘自同周完整讲解课知识卡）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checklist三清单｜checklist=飞行前检查单：功能/规范/演示逐项打勾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答辩四段结构｜四段=时间盒：1分钟分工+5分钟演示+2分钟总结+提问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bad-case预案｜bad-case预案=答辩灭火器：评委必点脏数据，提前备好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贡献表与Git核对｜贡献表对Git=口头对台账——谁写的代码提交记录说了算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个人问责制｜个人问责=随机点名必答题——组分与个人分分开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时间盒弹性｜时间盒弹性=人多就切5+3分钟——超时打断不解释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本讲达标线（当堂评分同口径）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及格(D)：功能基本完整+能演示主流程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优秀(B+)：规范率≥95%+架构清晰+创新点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动手前三个提醒（踩坑点摘录）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答辩机预演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必须现场运行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按5+3彩排两遍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素材来源：同周《第23次课-项目终验联调与预答辩》知识卡与避坑清单（逐字摘录）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 · 带着问题去下一讲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带着问题去下一讲——预习任务与自测问题逐字取自课程安排，课前完成。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主题：见课程教学日历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预习快问：见导学单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实施任务：工单Z《综合项目答辩专场》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正式答辩(8+5分钟)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组间互评+个人反思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提交代码/报告/PPT/视频/贡献表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功能基本完整+能演示主流程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规范率≥95%+架构清晰+创新点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提交综合项目完整材料：代码、报告、演示视频；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完成课程学习反思（一页纸总结）；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了解后续《AI应用基础》课程衔接内容。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