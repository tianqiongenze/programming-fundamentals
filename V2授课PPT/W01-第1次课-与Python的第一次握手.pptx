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5" r:id="rId71"/>
    <p:sldId id="257" r:id="rId9"/>
    <p:sldId id="259" r:id="rId11"/>
    <p:sldId id="260" r:id="rId12"/>
    <p:sldId id="261" r:id="rId13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4" r:id="rId46"/>
    <p:sldId id="295" r:id="rId47"/>
    <p:sldId id="297" r:id="rId49"/>
    <p:sldId id="299" r:id="rId51"/>
    <p:sldId id="301" r:id="rId53"/>
    <p:sldId id="305" r:id="rId57"/>
    <p:sldId id="307" r:id="rId59"/>
    <p:sldId id="308" r:id="rId60"/>
    <p:sldId id="310" r:id="rId62"/>
    <p:sldId id="312" r:id="rId64"/>
    <p:sldId id="314" r:id="rId66"/>
    <p:sldId id="368" r:id="rId61"/>
    <p:sldId id="369" r:id="rId75"/>
    <p:sldId id="315" r:id="rId67"/>
    <p:sldId id="363" r:id="rId69"/>
    <p:sldId id="364" r:id="rId65"/>
    <p:sldId id="316" r:id="rId68"/>
    <p:sldId id="318" r:id="rId70"/>
    <p:sldId id="320" r:id="rId72"/>
    <p:sldId id="322" r:id="rId74"/>
    <p:sldId id="324" r:id="rId76"/>
    <p:sldId id="325" r:id="rId77"/>
    <p:sldId id="327" r:id="rId79"/>
    <p:sldId id="328" r:id="rId80"/>
    <p:sldId id="329" r:id="rId81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1" r:id="rId93"/>
    <p:sldId id="342" r:id="rId94"/>
    <p:sldId id="343" r:id="rId95"/>
    <p:sldId id="350" r:id="rId102"/>
    <p:sldId id="355" r:id="rId107"/>
    <p:sldId id="356" r:id="rId108"/>
    <p:sldId id="357" r:id="rId109"/>
    <p:sldId id="361" r:id="rId113"/>
    <p:sldId id="362" r:id="rId114"/>
    <p:sldId id="366" r:id="rId63"/>
    <p:sldId id="367" r:id="rId7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4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1" Type="http://schemas.openxmlformats.org/officeDocument/2006/relationships/slide" Target="slides/slide27.xml"/><Relationship Id="rId53" Type="http://schemas.openxmlformats.org/officeDocument/2006/relationships/slide" Target="slides/slide28.xml"/><Relationship Id="rId57" Type="http://schemas.openxmlformats.org/officeDocument/2006/relationships/slide" Target="slides/slide29.xml"/><Relationship Id="rId59" Type="http://schemas.openxmlformats.org/officeDocument/2006/relationships/slide" Target="slides/slide30.xml"/><Relationship Id="rId60" Type="http://schemas.openxmlformats.org/officeDocument/2006/relationships/slide" Target="slides/slide31.xml"/><Relationship Id="rId61" Type="http://schemas.openxmlformats.org/officeDocument/2006/relationships/slide" Target="slides/slide67.xml"/><Relationship Id="rId62" Type="http://schemas.openxmlformats.org/officeDocument/2006/relationships/slide" Target="slides/slide32.xml"/><Relationship Id="rId63" Type="http://schemas.openxmlformats.org/officeDocument/2006/relationships/slide" Target="slides/slide65.xml"/><Relationship Id="rId64" Type="http://schemas.openxmlformats.org/officeDocument/2006/relationships/slide" Target="slides/slide33.xml"/><Relationship Id="rId65" Type="http://schemas.openxmlformats.org/officeDocument/2006/relationships/slide" Target="slides/slide37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8.xml"/><Relationship Id="rId69" Type="http://schemas.openxmlformats.org/officeDocument/2006/relationships/slide" Target="slides/slide36.xml"/><Relationship Id="rId70" Type="http://schemas.openxmlformats.org/officeDocument/2006/relationships/slide" Target="slides/slide39.xml"/><Relationship Id="rId71" Type="http://schemas.openxmlformats.org/officeDocument/2006/relationships/slide" Target="slides/slide2.xml"/><Relationship Id="rId72" Type="http://schemas.openxmlformats.org/officeDocument/2006/relationships/slide" Target="slides/slide40.xml"/><Relationship Id="rId73" Type="http://schemas.openxmlformats.org/officeDocument/2006/relationships/slide" Target="slides/slide66.xml"/><Relationship Id="rId74" Type="http://schemas.openxmlformats.org/officeDocument/2006/relationships/slide" Target="slides/slide41.xml"/><Relationship Id="rId75" Type="http://schemas.openxmlformats.org/officeDocument/2006/relationships/slide" Target="slides/slide68.xml"/><Relationship Id="rId76" Type="http://schemas.openxmlformats.org/officeDocument/2006/relationships/slide" Target="slides/slide42.xml"/><Relationship Id="rId77" Type="http://schemas.openxmlformats.org/officeDocument/2006/relationships/slide" Target="slides/slide43.xml"/><Relationship Id="rId79" Type="http://schemas.openxmlformats.org/officeDocument/2006/relationships/slide" Target="slides/slide44.xml"/><Relationship Id="rId80" Type="http://schemas.openxmlformats.org/officeDocument/2006/relationships/slide" Target="slides/slide45.xml"/><Relationship Id="rId81" Type="http://schemas.openxmlformats.org/officeDocument/2006/relationships/slide" Target="slides/slide46.xml"/><Relationship Id="rId83" Type="http://schemas.openxmlformats.org/officeDocument/2006/relationships/slide" Target="slides/slide47.xml"/><Relationship Id="rId84" Type="http://schemas.openxmlformats.org/officeDocument/2006/relationships/slide" Target="slides/slide48.xml"/><Relationship Id="rId85" Type="http://schemas.openxmlformats.org/officeDocument/2006/relationships/slide" Target="slides/slide49.xml"/><Relationship Id="rId86" Type="http://schemas.openxmlformats.org/officeDocument/2006/relationships/slide" Target="slides/slide50.xml"/><Relationship Id="rId87" Type="http://schemas.openxmlformats.org/officeDocument/2006/relationships/slide" Target="slides/slide51.xml"/><Relationship Id="rId88" Type="http://schemas.openxmlformats.org/officeDocument/2006/relationships/slide" Target="slides/slide52.xml"/><Relationship Id="rId89" Type="http://schemas.openxmlformats.org/officeDocument/2006/relationships/slide" Target="slides/slide53.xml"/><Relationship Id="rId90" Type="http://schemas.openxmlformats.org/officeDocument/2006/relationships/slide" Target="slides/slide54.xml"/><Relationship Id="rId91" Type="http://schemas.openxmlformats.org/officeDocument/2006/relationships/slide" Target="slides/slide55.xml"/><Relationship Id="rId93" Type="http://schemas.openxmlformats.org/officeDocument/2006/relationships/slide" Target="slides/slide56.xml"/><Relationship Id="rId94" Type="http://schemas.openxmlformats.org/officeDocument/2006/relationships/slide" Target="slides/slide57.xml"/><Relationship Id="rId95" Type="http://schemas.openxmlformats.org/officeDocument/2006/relationships/slide" Target="slides/slide58.xml"/><Relationship Id="rId102" Type="http://schemas.openxmlformats.org/officeDocument/2006/relationships/slide" Target="slides/slide59.xml"/><Relationship Id="rId107" Type="http://schemas.openxmlformats.org/officeDocument/2006/relationships/slide" Target="slides/slide60.xml"/><Relationship Id="rId108" Type="http://schemas.openxmlformats.org/officeDocument/2006/relationships/slide" Target="slides/slide61.xml"/><Relationship Id="rId109" Type="http://schemas.openxmlformats.org/officeDocument/2006/relationships/slide" Target="slides/slide62.xml"/><Relationship Id="rId113" Type="http://schemas.openxmlformats.org/officeDocument/2006/relationships/slide" Target="slides/slide63.xml"/><Relationship Id="rId114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开场30秒：本次课《与Python的第一次握手》，80分钟＝2课时×40分钟。课前已发工单+starter+微课知识卡，资讯·计划线上完成。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详解B1·变量与动态类型：先读定义→场景为什么用它→看代码实例→扩展给A层。C/D层掌握前三格，A层加扩展格。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详解B2·四种基本类型：先读定义→场景为什么用它→看代码实例→扩展给A层。C/D层掌握前三格，A层加扩展格。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详解B3·type与类型转换：先读定义→场景为什么用它→看代码实例→扩展给A层。C/D层掌握前三格，A层加扩展格。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详解B4·f-string格式化：先读定义→场景为什么用它→看代码实例→扩展给A层。C/D层掌握前三格，A层加扩展格。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详解B5·单位换算公式：先读定义→场景为什么用它→看代码实例→扩展给A层。C/D层掌握前三格，A层加扩展格。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详解B6·PEP 8启蒙：先读定义→场景为什么用它→看代码实例→扩展给A层。C/D层掌握前三格，A层加扩展格。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现场演示《台账卡输出》：三步走——先整段跑通看结果，再逐行讲关键语句，最后现场改一个参数看输出变化（演10分钟的核心素材）。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工单发布话术：'精密制造事业部发来工单0.1《设备参数初始化系统》，及格线是≥，优秀线看A层标准'——念完发starter。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错误速查：现场演示第一条——制造「SyntaxError」，带着学生按'现象→原因→解决'三步排查。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预习知识点：Python开发环境安装(IDE/解释器)；print与input；变量与基本数据类型 | 课中检查知识点：能独立打开IDE并运行print('hello')；能说出int/float/str的区别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与Python的第一次握手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与Pyth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on的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 · 四种基本类型：int/float/str/bool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 · f-string格式化：f"温度{t:.1f}℃"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 · 定义多类型变量并格式化输出台账卡——应用：见工单starter与教师参考实现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0.1《设备参数初始化系统》——本课工单即考核单元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目标：能够独立搭建Python开发环境并运行程序；能够编写50-100行的设备参数初始化程序；代码规范率≥70%。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目标：建立对编程工具的信心与兴趣，养成规范命名、及时保存的编码习惯，树立“代码即工程文件”的意识。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温度用int还是float？为什么？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项目1 初来乍到，请多关照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Python开发环境安装(IDE/解释器)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print与input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变量与基本数据类型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课中检查｜上次课（W0）抽查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开课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首考：本次课quiz+预习快问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题目：温度用int还是float？为什么？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任务背景：入职第一天，王主任把小郑领到中控室：'十台注塑机的铭牌参数还在Excel里躺了三年。'你的第一份工作不是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能够独立搭建Python开发环境并运行程序；能够编写50-100行的设备参数初始化程序；代码规范率≥70%。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建立对编程工具的信心与兴趣，养成规范命名、及时保存的编码习惯，树立“代码即工程文件”的意识。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知识详解：变量与动态类型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变量与动态类型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变量不是盒子是标签：贴在值上，随时可揭下换贴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给泵编号、温度起名字——一切代码从贴标签开始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dev_code='PUMP-03'; temp=78.5; temp=True（合法）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误区：以为temp被'锁死'是float——类型跟着值走，换值就换型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知识应用（1）：变量=给值贴标签；动态类型随值走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变量=给值贴标签；动态类型随值走。在两江智造产线上的用法：dev_code='PUMP-03'; temp=78.5; print(type(temp))→&lt;class 'float'&gt;，同一变量可随时换类型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dev_code='PUMP-03'; temp=78.5; print(type(temp))→&lt;class 'float'&gt;，同一变量可随时换类型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知识详解：四种基本类型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四种基本类型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int整数账/float小数表/str文字牌/bool开关灯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设备台账四类字段各归其位：编号/温度/名称/运行中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code='P3' temp=78.5 name='3号泵' run=True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误区：'78.5'加引号就成文本不能加减——int('78.5')还会炸，用float()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知识详解：type与类型转换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type与类型转换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type()是照妖镜；int()/float()/str()是变形口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input()读进来的永远是str——算术前必须变形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t=float(input('温度?')); isinstance(t,float)守卫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误区：int('36.5')直接ValueError——先float再int，或round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知识应用（3）：type()查看类型；int('36')显式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type()查看类型；int('36')显式转换。在两江智造产线上的用法：isinstance(temp,float)做类型守卫防传入字符串温度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isinstance(temp,float)做类型守卫防传入字符串温度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知识详解：f-string格式化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f-string格式化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f-string=填空模板：引号前加f，花括号挖坑变量填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台账卡/告警信息的标准写法——车间打印全靠它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print(f'温度{temp:.1f}℃ 编号{dev_code}')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误区：忘写f前缀→花括号原样输出；:.2f是两位小数不是乘2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知识详解：单位换算公式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单位换算公式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换算=数学表达式进变量：F=C*9/5+32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进口仪表(℉/psi)与国产系统(℃/MPa)对接必经之路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f_temp = temp*9/5+32 → 78.5℃=173.3℉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先乘除后加减与数学一致；拿78.5手算一遍对答案再信代码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知识详解：PEP 8启蒙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PEP 8启蒙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命名如工牌：小写+下划线snake_case，一眼认人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台账给人看——三个月后自己都读不懂的名字=废码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device_code✓ deviceCode✗ DeviceCode✗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误区：中文变量名能跑但IDE/同事抓狂——缩进统一4空格禁Tab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定义多类型变量并格式化输出台账卡——应用：见工单starter与教师参考实现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完成单位换算并保留小数——应用：见工单starter与教师参考实现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按规范命名并添加关键注释——应用：见工单starter与教师参考实现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与Python的第一次握手（1）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开发环境搭建：Python 3.12+安装、PyCharm CE/PyCharm配置、交互式解释器（REPL）初体验；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Python基本语法：注释、缩进规则、语句与表达式；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变量与数据类型：int、float、str、bool的定义与转换；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基本运算：算术运算符、比较运算符、赋值运算符；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工业应用场景：设备参数初始化（设备ID、名称、工作状态、温度的存储与输出）。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关键代码：台账卡输出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device_id = "DEV-2026-001"; name = "智能注塑机"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temp = 56.5; press_kpa = 450.0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print(f"编号:{device_id}\n名称:{name}")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print(f"温度:{temp:.1f}℃ ({temp*9/5+32:.1f}℉)")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print(f"压力:{press_kpa/1000:.2f}MPa")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实施任务：工单0.1《设备参数初始化系统》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定义≥6变量≥3种数据类型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f-string输出“设备台账卡”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完成单位换算(℃→℉/kPa→MPa)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≥6变量、≥3类型、规范率≥70%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≥8变量、4类型、换算≥2处、规范率≥90%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====== 设备台账卡 ======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编号: DEV-2026-001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名称: 智能注塑机      状态: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温度:   56.5℃ (133.7℉)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压力: 0.45MPa  转速: 1480rpm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工程化项目/w01_device_init/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src/device_init/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首程序仪式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运行w01示例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改一个变量值再跑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截图打卡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Hello World跑通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定义6个变量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print逐项输出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完成1处换算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6变量3类型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完整台账卡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定义8个变量覆盖4类型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f-string对齐输出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完成℃→℉与kPa→MPa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8变量+2处换算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输入校验+多行台账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input录入并校验范围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循环输出多设备台账卡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加单位换算双项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8变量4类型+校验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用input()录入参数并加范围校验（超出提示重输）)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定义≥6变量≥3种数据类型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f-string输出“设备台账卡”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完成单位换算(℃→℉/kPa→MPa)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中文引号/冒号会报SyntaxError——用英文标点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temp=36.5是赋值，temp==36.5是比较，别混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input()返回的都是字符串，算术前要转换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SyntaxError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中文标点/冒号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全用英文标点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NameError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搜索变量名核对大小写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f-string原样输出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少了f前缀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加f前缀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D·学徒（≥60）：首程序仪式——跟做保底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C·操作员（≥70）：基础台账——基础完成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B·组长（≥80）：完整台账卡——标准达成+帮带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A·师傅（≥90）：输入校验+多行台账——进阶拓展+费曼讲解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步骤1：定义≥6变量≥3种数据类型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步骤2：f-string输出“设备台账卡”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步骤3：完成单位换算(℃→℉/kPa→MPa)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完成工单项目0.1《设备参数初始化系统》：及格标准定义≥6个变量、≥3种数据类型、规范率≥70%；优秀标准≥8个变量、4种类型、含单位换算与注释、规范率≥90%；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完成环境搭建截图与第一个Hello World程序；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预习条件判断（if/elif/else）。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====== 设备台账卡 ======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编号: DEV-2026-001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名称: 智能注塑机      状态: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温度:   56.5℃ (133.7℉)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压力: 0.45MPa  转速: 1480rpm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与Pyth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on的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 · 四种基本类型：int/float/str/bool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 · 定义多类型变量并格式化输出台账卡——应用：见工单starter与教师参考实现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SyntaxError · NameError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温度用int还是float？为什么？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排错题：出现「SyntaxError」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原因：中文标点/冒号；解决：全用英文标点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变量=给值贴标签；动态类型随值走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知识：变量=给值贴标签；动态类型随值走；四种基本类型：int/float/str；type()查看类型；int('36')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技能：安装Python与PyCharm CE并运行首程序——应用：见工单starter与教师参考实现；定义多类型变量并格式化输出台账卡——应用：见工单starter与教师参考实现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交付：工单0.1《设备参数初始化系统》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编写多级阈值判断逻辑——应用：见工单starte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变量与动态类型｜变量不是盒子是标签：贴在值上，随时可揭下换贴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四种基本类型｜int整数账/float小数表/str文字牌/bool开关灯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type与类型转换｜type()是照妖镜；int()/float()/str()是变形口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f-string格式化｜f-string=填空模板：引号前加f，花括号挖坑变量填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单位换算公式｜换算=数学表达式进变量：F=C*9/5+32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PEP 8启蒙｜命名如工牌：小写+下划线snake_case，一眼认人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误区：以为temp被'锁死'是float——类型跟着值走，换值就换型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误区：'78.5'加引号就成文本不能加减——int('78.5')还会炸，用float()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误区：int('36.5')直接ValueError——先float再int，或round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SyntaxError → 全用英文标点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NameError → 搜索变量名核对大小写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f-string原样输出 → 加f前缀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及格线我能过吗——≥6变量、≥3类型、规范率≥70%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优秀线我够吗——≥8变量、4类型、换算≥2处、规范率≥90%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技能点我能独立做出来吗——安装Python与PyCharm CE并运行首程序；定义多类型变量并格式化输出台账卡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变量与动态类型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误区：以为temp被'锁死'是float——类型跟着值走，换值就换型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变量不是盒子是标签：贴在值上，随时可揭下换贴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给泵编号、温度起名字——一切代码从贴标签开始 dev_code='PUMP-03'; temp=78.5; temp=True（合法）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四种基本类型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误区：'78.5'加引号就成文本不能加减——int('78.5')还会炸，用float()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int整数账/float小数表/str文字牌/bool开关灯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设备台账四类字段各归其位：编号/温度/名称/运行中 code='P3' temp=78.5 name='3号泵' run=True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type与类型转换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误区：int('36.5')直接ValueError——先float再int，或round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type()是照妖镜；int()/float()/str()是变形口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input()读进来的永远是str——算术前必须变形 t=float(input('温度?')); isinstance(t,float)守卫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