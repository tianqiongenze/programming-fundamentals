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69"/>
    <p:sldId id="364" r:id="rId65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50" r:id="rId102"/>
    <p:sldId id="355" r:id="rId107"/>
    <p:sldId id="356" r:id="rId108"/>
    <p:sldId id="357" r:id="rId109"/>
    <p:sldId id="361" r:id="rId113"/>
    <p:sldId id="362" r:id="rId1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6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3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9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4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7" Type="http://schemas.openxmlformats.org/officeDocument/2006/relationships/slide" Target="slides/slide28.xml"/><Relationship Id="rId59" Type="http://schemas.openxmlformats.org/officeDocument/2006/relationships/slide" Target="slides/slide29.xml"/><Relationship Id="rId60" Type="http://schemas.openxmlformats.org/officeDocument/2006/relationships/slide" Target="slides/slide30.xml"/><Relationship Id="rId62" Type="http://schemas.openxmlformats.org/officeDocument/2006/relationships/slide" Target="slides/slide31.xml"/><Relationship Id="rId64" Type="http://schemas.openxmlformats.org/officeDocument/2006/relationships/slide" Target="slides/slide32.xml"/><Relationship Id="rId65" Type="http://schemas.openxmlformats.org/officeDocument/2006/relationships/slide" Target="slides/slide36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7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102" Type="http://schemas.openxmlformats.org/officeDocument/2006/relationships/slide" Target="slides/slide58.xml"/><Relationship Id="rId107" Type="http://schemas.openxmlformats.org/officeDocument/2006/relationships/slide" Target="slides/slide59.xml"/><Relationship Id="rId108" Type="http://schemas.openxmlformats.org/officeDocument/2006/relationships/slide" Target="slides/slide60.xml"/><Relationship Id="rId109" Type="http://schemas.openxmlformats.org/officeDocument/2006/relationships/slide" Target="slides/slide61.xml"/><Relationship Id="rId113" Type="http://schemas.openxmlformats.org/officeDocument/2006/relationships/slide" Target="slides/slide62.xml"/><Relationship Id="rId114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开场30秒：本次课《与Python的第一次握手》，80分钟＝2课时×40分钟。课前已发工单+starter+微课知识卡，资讯·计划线上完成。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与Python的第一次握手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与Python的第一次握手（1）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开发环境搭建：Python 3.12+安装、PyCharm CE/PyCharm配置、交互式解释器（REPL）初体验；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Python基本语法：注释、缩进规则、语句与表达式；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变量与数据类型：int、float、str、bool的定义与转换；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基本运算：算术运算符、比较运算符、赋值运算符；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工业应用场景：设备参数初始化（设备ID、名称、工作状态、温度的存储与输出）。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定义≥6变量≥3种数据类型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f-string输出“设备台账卡”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完成单位换算(℃→℉/kPa→MPa)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≥8变量、4类型、换算≥2处、规范率≥90%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用input()录入参数并加范围校验（超出提示重输）)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定义≥6变量≥3种数据类型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f-string输出“设备台账卡”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完成单位换算(℃→℉/kPa→MPa)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中文引号/冒号会报SyntaxError——用英文标点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temp=36.5是赋值，temp==36.5是比较，别混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input()返回的都是字符串，算术前要转换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步骤1：定义≥6变量≥3种数据类型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步骤2：f-string输出“设备台账卡”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步骤3：完成单位换算(℃→℉/kPa→MPa)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