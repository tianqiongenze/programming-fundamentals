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7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5" r:id="rId15"/>
    <p:sldId id="280" r:id="rId32"/>
    <p:sldId id="309" r:id="rId61"/>
    <p:sldId id="317" r:id="rId69"/>
    <p:sldId id="336" r:id="rId88"/>
    <p:sldId id="363" r:id="rId115"/>
    <p:sldId id="364" r:id="rId116"/>
    <p:sldId id="366" r:id="rId16"/>
    <p:sldId id="367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2" Type="http://schemas.openxmlformats.org/officeDocument/2006/relationships/slide" Target="slides/slide2.xml"/><Relationship Id="rId61" Type="http://schemas.openxmlformats.org/officeDocument/2006/relationships/slide" Target="slides/slide3.xml"/><Relationship Id="rId69" Type="http://schemas.openxmlformats.org/officeDocument/2006/relationships/slide" Target="slides/slide4.xml"/><Relationship Id="rId88" Type="http://schemas.openxmlformats.org/officeDocument/2006/relationships/slide" Target="slides/slide5.xml"/><Relationship Id="rId115" Type="http://schemas.openxmlformats.org/officeDocument/2006/relationships/slide" Target="slides/slide6.xml"/><Relationship Id="rId116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开场30秒：本次课《一键生成质量日报》，80分钟＝2课时×40分钟。课前已发工单+starter+微课知识卡，资讯·计划线上完成。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情境说书（30秒，口头讲，不必逐字念）：集团质量月检查，要求图文并茂的日报。现在质检照片和统计表还是两个世界——工单1.4：Pillow标注缺陷+reportlab生成PDF质量日报。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工单发布话术：'精密制造事业部发来工单1.4《工业图像处理与报告生成》，及格线是标，优秀线看A层标准'——念完发starter。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预习知识点：面向对象基础(class/__init__/self)；属性与方法 | 课中检查知识点：能定义Device类并实例化；能解释self的含义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一键生成质量日报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第十周 · 第20次课（2课时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集团质量月检查，要求图文并茂的日报。现在质检照片和统计表还是两个世界——工单1.4：Pillow标注缺陷+reportlab生成PDF质量日报。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一键生成质量日报（1）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reportlab基础：画布、字体注册、段落与表格；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图文混排：插入标注图像与统计表格；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工单项目1.4实操：处理设备故障图像（标注缺陷区域）并生成包含图表和图像的PDF报告。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实施任务：工单1.4《工业图像处理与报告生成》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四段式版式调整(信息层级)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多页报告或自绘封面(冲优)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生成耗时记录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标注完成+PDF可生成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版式专业；美观度≥4/5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完成工单项目1.4《工业图像处理与报告生成》：及格标准图像处理完成+PDF可生成；优秀标准处理精细+排版专业+规范率≥90%；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为自己的报告设计一个封面；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预习网络基础知识（IP、端口、协议）。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连接虚拟PLC读取寄存器——应用：见工单star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MQTT主题device/+/status中的+是什么意思？寄存器读数678代表多少℃？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