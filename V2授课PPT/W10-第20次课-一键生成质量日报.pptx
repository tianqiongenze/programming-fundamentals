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5" r:id="rId15"/>
    <p:sldId id="280" r:id="rId32"/>
    <p:sldId id="309" r:id="rId61"/>
    <p:sldId id="368" r:id="rId18"/>
    <p:sldId id="369" r:id="rId19"/>
    <p:sldId id="370" r:id="rId20"/>
    <p:sldId id="371" r:id="rId21"/>
    <p:sldId id="372" r:id="rId22"/>
    <p:sldId id="317" r:id="rId69"/>
    <p:sldId id="336" r:id="rId88"/>
    <p:sldId id="363" r:id="rId115"/>
    <p:sldId id="364" r:id="rId116"/>
    <p:sldId id="366" r:id="rId16"/>
    <p:sldId id="367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32" Type="http://schemas.openxmlformats.org/officeDocument/2006/relationships/slide" Target="slides/slide3.xml"/><Relationship Id="rId61" Type="http://schemas.openxmlformats.org/officeDocument/2006/relationships/slide" Target="slides/slide4.xml"/><Relationship Id="rId69" Type="http://schemas.openxmlformats.org/officeDocument/2006/relationships/slide" Target="slides/slide10.xml"/><Relationship Id="rId88" Type="http://schemas.openxmlformats.org/officeDocument/2006/relationships/slide" Target="slides/slide11.xml"/><Relationship Id="rId115" Type="http://schemas.openxmlformats.org/officeDocument/2006/relationships/slide" Target="slides/slide12.xml"/><Relationship Id="rId11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开场30秒：本次课《一键生成质量日报》，80分钟＝2课时×40分钟。课前已发工单+starter+微课知识卡，资讯·计划线上完成。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一键生成质量日报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一键生成质量日报（1）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reportlab基础：画布、字体注册、段落与表格；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图文混排：插入标注图像与统计表格；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工单项目1.4实操：处理设备故障图像（标注缺陷区域）并生成包含图表和图像的PDF报告。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Pillow四步｜Pillow四步=照片处理流水线：开图→处理→画笔→保存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rectangle标注框｜rectangle=画框工具：给[左,上,右,下]四个角坐标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reportlab三件｜reportlab三件套=排报纸：Paragraph文字/Imag…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中文字体注册｜注册字体=给PDF请翻译：TTFont登记后setFont才说中文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四段式日报｜四段式=新闻倒金字塔：结论先行→分析→异常→附表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自动生成价值｜脚本2分钟出日报 vs 人工排版2小时——一次编写天天受益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误区：图像原点在左上角——与数学坐标系上下相反，y往下长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误区：坐标写反画出反向框——调试先核对左上右下顺序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误区：三件不append进story直接build——零件没上流水线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PDF中文空白 → registerFont+setFont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文字压住框 → 画在框上方y-14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图变形 → 按原始比例设宽高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及格线我能过吗——标注完成+PDF可生成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优秀线我够吗——版式专业；美观度≥4/5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技能点我能独立做出来吗——图像缩放与缺陷框标注；PDF图文表混排生成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素材来源：同周《第19次课-给故障图片做标注》知识卡与避坑清单（逐字摘录）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Pillow四步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缺陷图标注/缩放——产线图像处理入门 im=Image.open('p.jpg'); im2=im.resize((800,600))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rectangle标注框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把检测到的缺陷框出来给人看——检测可视化第一手法 draw.rectangle([120,80,260,190], outline='red', width=3)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reportlab三件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车间日报三大内容块——四段式日报的零件 from reportlab.platypus import Paragraph, Image,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PDF中文空白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原因：字体未注册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解决：registerFont+setFont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文字压住框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原因：y坐标不当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解决：画在框上方y-14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图变形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原因：宽高没等比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解决：按原始比例设宽高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素材来源：同周《第19次课-给故障图片做标注》知识卡与避坑清单（逐字摘录）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Pillow四步｜Pillow四步=照片处理流水线：开图→处理→画笔→保存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rectangle标注框｜rectangle=画框工具：给[左,上,右,下]四个角坐标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reportlab三件｜reportlab三件套=排报纸：Paragraph文字/Image贴图/Ta…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中文字体注册｜注册字体=给PDF请翻译：TTFont登记后setFont才说中文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四段式日报｜四段式=新闻倒金字塔：结论先行→分析→异常→附表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自动生成价值｜脚本2分钟出日报 vs 人工排版2小时——一次编写天天受益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及格(D)：标注完成+PDF可生成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优秀(B+)：版式专业；美观度≥4/5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registerFont+setFont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画在框上方y-14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按原始比例设宽高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素材来源：同周《第19次课-给故障图片做标注》知识卡与避坑清单（逐字摘录）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主题：连接虚拟PLC读取寄存器——应用：见工单star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预习快问：MQTT主题device/+/status中的+是什么意思？寄存器读数678代表多少℃？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四段式版式调整(信息层级)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多页报告或自绘封面(冲优)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版式专业；美观度≥4/5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