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5" r:id="rId15"/>
    <p:sldId id="280" r:id="rId32"/>
    <p:sldId id="309" r:id="rId61"/>
    <p:sldId id="368" r:id="rId18"/>
    <p:sldId id="369" r:id="rId19"/>
    <p:sldId id="370" r:id="rId20"/>
    <p:sldId id="317" r:id="rId69"/>
    <p:sldId id="336" r:id="rId88"/>
    <p:sldId id="363" r:id="rId115"/>
    <p:sldId id="364" r:id="rId116"/>
    <p:sldId id="366" r:id="rId16"/>
    <p:sldId id="367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32" Type="http://schemas.openxmlformats.org/officeDocument/2006/relationships/slide" Target="slides/slide3.xml"/><Relationship Id="rId61" Type="http://schemas.openxmlformats.org/officeDocument/2006/relationships/slide" Target="slides/slide4.xml"/><Relationship Id="rId69" Type="http://schemas.openxmlformats.org/officeDocument/2006/relationships/slide" Target="slides/slide5.xml"/><Relationship Id="rId88" Type="http://schemas.openxmlformats.org/officeDocument/2006/relationships/slide" Target="slides/slide6.xml"/><Relationship Id="rId115" Type="http://schemas.openxmlformats.org/officeDocument/2006/relationships/slide" Target="slides/slide7.xml"/><Relationship Id="rId11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开场30秒：本次课《一套接口，多种设备》，80分钟＝2课时×40分钟。课前已发工单+starter+微课知识卡，资讯·计划线上完成。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一套接口，多种设备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一套接口，多种设备（1）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多态：统一接口调用不同子类对象；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工单项目0.4实操：设计设备基类+≥2个子类，实现继承与方法覆盖，演示多态调用；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issubclass/isinstance类型判断；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代码规范：docstring文档字符串规范（目标规范率80%）。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多态演练: 循环调用所有设备start()观察差异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isinstance/issubclass类型判断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绘制继承体系类图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多态演示清晰；is-a判断正确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继承is-a｜继承=领家族遗产：泵是设备的一种，白得父类全部成员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super().__init__｜super()=先给父类办出厂手续，再办子类自己的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方法覆盖｜覆盖=子类顶替父类同名方法——接口不变行为升级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多态｜多态=一句口令各自执行：喊start()泵泵抽水风扇扇风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isinstance判断｜isinstance=查工牌：这台设备是不是泵家族的人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docstring文档｜docstring=技能说明书：三引号一行，help()可查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误区：能用'是一种'说出来才继承——'汽车和轮子'是组合不是继承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误区：漏super()→父类属性全空——继承第一大坑，自查看print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误区：覆盖不是删除父类——super().start()随时可借父类实现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父类属性丢失 → 补上super调用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多态失效 → 与父类完全同名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为继承而继承 → is-a不成立就不继承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及格线我能过吗——1基类+2子类+覆盖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优秀线我够吗——多态演示清晰；is-a判断正确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技能点我能独立做出来吗——构建基类+两子类继承体系；覆盖start并调用super协作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素材来源：同周《第9次课-设备的家族谱系》知识卡与避坑清单（逐字摘录）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继承is-a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误区：能用'是一种'说出来才继承——'汽车和轮子'是组合不是继承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继承=领家族遗产：泵是设备的一种，白得父类全部成员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Pump/Fan/Motor都有编号温度——共性抽到父类不复制 class Pump(Device): pass ←一行白得全部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super().__init__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误区：漏super()→父类属性全空——继承第一大坑，自查看print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super()=先给父类办出厂手续，再办子类自己的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子类新增流量属性时不能丢父类的编号 def __init__(self,code,flow): super().__init__(code)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方法覆盖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误区：覆盖不是删除父类——super().start()随时可借父类实现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覆盖=子类顶替父类同名方法——接口不变行为升级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Pump的start()比Device多一步抽水检查 def start(self): super().start(); self.抽水检查()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父类属性丢失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原因：忘调super().__init__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解决：补上super调用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多态失效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原因：方法名大小写不一致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解决：与父类完全同名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为继承而继承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原因：车间不是设备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解决：is-a不成立就不继承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素材来源：同周《第9次课-设备的家族谱系》知识卡与避坑清单（逐字摘录）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