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7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5" r:id="rId15"/>
    <p:sldId id="280" r:id="rId32"/>
    <p:sldId id="309" r:id="rId61"/>
    <p:sldId id="317" r:id="rId69"/>
    <p:sldId id="336" r:id="rId88"/>
    <p:sldId id="363" r:id="rId115"/>
    <p:sldId id="364" r:id="rId116"/>
    <p:sldId id="366" r:id="rId16"/>
    <p:sldId id="367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32" Type="http://schemas.openxmlformats.org/officeDocument/2006/relationships/slide" Target="slides/slide2.xml"/><Relationship Id="rId61" Type="http://schemas.openxmlformats.org/officeDocument/2006/relationships/slide" Target="slides/slide3.xml"/><Relationship Id="rId69" Type="http://schemas.openxmlformats.org/officeDocument/2006/relationships/slide" Target="slides/slide4.xml"/><Relationship Id="rId88" Type="http://schemas.openxmlformats.org/officeDocument/2006/relationships/slide" Target="slides/slide5.xml"/><Relationship Id="rId115" Type="http://schemas.openxmlformats.org/officeDocument/2006/relationships/slide" Target="slides/slide6.xml"/><Relationship Id="rId116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开场30秒：本次课《一套接口，多种设备》，80分钟＝2课时×40分钟。课前已发工单+starter+微课知识卡，资讯·计划线上完成。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情境说书（30秒，口头讲，不必逐字念）：新采购的PLC和变频器到了，王主任要求新旧设备统一管理。'都是设备，但脾气不同。'——工单0.4：用继承体系让PLC、变频器各展所长又统一调度。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工单发布话术：'精密制造事业部发来工单0.4《工业设备继承体系》，及格线是1，优秀线看A层标准'——念完发starter。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项目3 砥砺奋斗，成就精彩 | 预习知识点：函数定义与调用；参数与返回值；局部/全局变量 | 课中检查知识点：能封装告警判断为函数；能说明return的作用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一套接口，多种设备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第五周 · 第10次课（2课时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新采购的PLC和变频器到了，王主任要求新旧设备统一管理。'都是设备，但脾气不同。'——工单0.4：用继承体系让PLC、变频器各展所长又统一调度。</a:t>
            </a:r>
          </a:p>
        </p:txBody>
      </p:sp>
      <p:pic>
        <p:nvPicPr>
          <p:cNvPr id="9" name="Picture 8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一套接口，多种设备（1）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多态：统一接口调用不同子类对象；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工单项目0.4实操：设计设备基类+≥2个子类，实现继承与方法覆盖，演示多态调用；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issubclass/isinstance类型判断；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代码规范：docstring文档字符串规范（目标规范率80%）。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实施任务：工单0.4《工业设备继承体系》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多态演练: 循环调用所有设备start()观察差异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isinstance/issubclass类型判断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绘制继承体系类图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1基类+2子类+覆盖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多态演示清晰；is-a判断正确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完成工单项目0.4《工业设备继承体系》：及格标准1基类+2子类+继承覆盖；优秀标准≥3子类、多态演示清晰、含docstring、规范率≥90%；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绘制本周设备继承体系类图；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预习异常处理机制。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下次课预告（第6周）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配置双输出日志(控制台+文件)——应用：见工单s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finally块无论是否异常都执行吗？裸except为什么禁止？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