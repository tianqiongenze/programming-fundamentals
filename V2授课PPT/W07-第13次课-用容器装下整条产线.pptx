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63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7" r:id="rId49"/>
    <p:sldId id="299" r:id="rId51"/>
    <p:sldId id="301" r:id="rId53"/>
    <p:sldId id="302" r:id="rId54"/>
    <p:sldId id="306" r:id="rId58"/>
    <p:sldId id="308" r:id="rId60"/>
    <p:sldId id="309" r:id="rId61"/>
    <p:sldId id="313" r:id="rId65"/>
    <p:sldId id="314" r:id="rId66"/>
    <p:sldId id="315" r:id="rId67"/>
    <p:sldId id="369" r:id="rId74"/>
    <p:sldId id="370" r:id="rId59"/>
    <p:sldId id="316" r:id="rId68"/>
    <p:sldId id="364" r:id="rId64"/>
    <p:sldId id="365" r:id="rId70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2" r:id="rId94"/>
    <p:sldId id="343" r:id="rId95"/>
    <p:sldId id="344" r:id="rId96"/>
    <p:sldId id="351" r:id="rId103"/>
    <p:sldId id="356" r:id="rId108"/>
    <p:sldId id="357" r:id="rId109"/>
    <p:sldId id="358" r:id="rId110"/>
    <p:sldId id="362" r:id="rId114"/>
    <p:sldId id="363" r:id="rId115"/>
    <p:sldId id="367" r:id="rId72"/>
    <p:sldId id="368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49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68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2" Type="http://schemas.openxmlformats.org/officeDocument/2006/relationships/slide" Target="slides/slide66.xml"/><Relationship Id="rId63" Type="http://schemas.openxmlformats.org/officeDocument/2006/relationships/slide" Target="slides/slide2.xml"/><Relationship Id="rId64" Type="http://schemas.openxmlformats.org/officeDocument/2006/relationships/slide" Target="slides/slide36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8.xml"/><Relationship Id="rId70" Type="http://schemas.openxmlformats.org/officeDocument/2006/relationships/slide" Target="slides/slide37.xml"/><Relationship Id="rId71" Type="http://schemas.openxmlformats.org/officeDocument/2006/relationships/slide" Target="slides/slide39.xml"/><Relationship Id="rId72" Type="http://schemas.openxmlformats.org/officeDocument/2006/relationships/slide" Target="slides/slide65.xml"/><Relationship Id="rId73" Type="http://schemas.openxmlformats.org/officeDocument/2006/relationships/slide" Target="slides/slide40.xml"/><Relationship Id="rId74" Type="http://schemas.openxmlformats.org/officeDocument/2006/relationships/slide" Target="slides/slide67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8" Type="http://schemas.openxmlformats.org/officeDocument/2006/relationships/slide" Target="slides/slide43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4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4" Type="http://schemas.openxmlformats.org/officeDocument/2006/relationships/slide" Target="slides/slide56.xml"/><Relationship Id="rId95" Type="http://schemas.openxmlformats.org/officeDocument/2006/relationships/slide" Target="slides/slide57.xml"/><Relationship Id="rId96" Type="http://schemas.openxmlformats.org/officeDocument/2006/relationships/slide" Target="slides/slide58.xml"/><Relationship Id="rId103" Type="http://schemas.openxmlformats.org/officeDocument/2006/relationships/slide" Target="slides/slide59.xml"/><Relationship Id="rId108" Type="http://schemas.openxmlformats.org/officeDocument/2006/relationships/slide" Target="slides/slide60.xml"/><Relationship Id="rId109" Type="http://schemas.openxmlformats.org/officeDocument/2006/relationships/slide" Target="slides/slide61.xml"/><Relationship Id="rId110" Type="http://schemas.openxmlformats.org/officeDocument/2006/relationships/slide" Target="slides/slide62.xml"/><Relationship Id="rId114" Type="http://schemas.openxmlformats.org/officeDocument/2006/relationships/slide" Target="slides/slide63.xml"/><Relationship Id="rId115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开场30秒：本次课《用容器装下整条产线》，80分钟＝2课时×40分钟。课前已发工单+starter+微课知识卡，资讯·计划线上完成。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详解B1·列表与字典选型：先读定义→场景为什么用它→看代码实例→扩展给A层。C/D层掌握前三格，A层加扩展格。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详解B2·集合与元组：先读定义→场景为什么用它→看代码实例→扩展给A层。C/D层掌握前三格，A层加扩展格。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详解B3·正则八积木：先读定义→场景为什么用它→看代码实例→扩展给A层。C/D层掌握前三格，A层加扩展格。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详解B4·re三方法：先读定义→场景为什么用它→看代码实例→扩展给A层。C/D层掌握前三格，A层加扩展格。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详解B5·r前缀防转义：先读定义→场景为什么用它→看代码实例→扩展给A层。C/D层掌握前三格，A层加扩展格。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详解B6·统一schema：先读定义→场景为什么用它→看代码实例→扩展给A层。C/D层掌握前三格，A层加扩展格。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用容器装下整条产线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1.1《工业数据格式转换工具》——本课工单即考核单元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目标：体会“选择合适数据结构”对程序清晰度的影响，培养数据组织的设计意识。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列表操作(增删改查/切片)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列表推导式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课中检查｜上次课（W6）抽查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能import random生成测试数据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能用try-except捕获文件异常（中期诊断周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任务背景：车间数据三张皮：设备报文、CSV台账、JSON配置互不相认。集团数据中台来函要求统一格式上报——工单1.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列表与字典选型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列表=点名册(有序可重复)；字典=查号台(按键秒查O(1))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devs=['PUMP-03','FAN-02']; 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选型口诀：按顺序用列表按名字找用字典——选错全程序别扭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知识详解：集合与元组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集合与元组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集合=去重筐(无序)；元组=封条箱子(装好不许改)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设备类型去重；坐标/配置等只读数据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set(['PUMP','PUMP','FAN'])→{'PUMP','FAN'}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误区：元组作字典键可以列表不行——可变对象不可哈希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知识详解：正则八积木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正则八积木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正则=给文本画的'通缉画像'：\d数字\w字符+至少1 []任选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从日志里抠设备编号/温度——字符串里的寻人启事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r'DEV-\d+' 一眼匹配 DEV-001/DEV-002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误区：想一次写出完美正则——先匹配简单版再逐步收紧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知识详解：re三方法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re三方法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match=从头核身份/findall=全城搜人/search=全城找第一个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匹配与提取分开选：提取用findall最常用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re.findall(r'\d+\.\d+', log) 抠出所有小数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误区：match匹配不到返回None不是报错——先判None再用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知识详解：r前缀防转义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r前缀防转义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r前缀='原样念'：\d不被Python抢先翻译一层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写正则不加r会遭双倍转义噩梦——r是正则标配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r'\d+' 等价 '\\d+'——前者人类可读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误区：Windows路径同理用r'C:\data'——少一半反斜杠烦恼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知识详解：统一schema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统一schema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统一schema=进港集装箱规格统一——码头只认一种箱型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Modbus/CSV/MQTT三源数据→统一成标准字典再进下游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统一为 {'code':…,'ts':…,'metrics':{…}}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误区：边接边改格式=下游每接一源改一版——适配做在入口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知识应用（6）：统一schema：多源输入→标准字典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统一schema：多源输入→标准字典。在两江智造产线上的用法：见工单starter与教师参考实现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用容器装下整条产线（1）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列表：定义、索引、切片、增删改查、遍历；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字典：键值对建模设备属性、get方法、遍历；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集合与元组：去重、不可变序列的用途。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正则解析报文串DEV-01:temp=56.3C;...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CSV行/JSON串解析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统一转标准字典结构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≥3格式+容错(缺字段置None)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{'device_id': 'DEV-01', 'metrics': {'temp': 56.3, 'press': 0.45…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工程化项目/w07_packet_parser/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src/packet_parser/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解析器支持缺字段容错（置None）并统计各格式解析成功率)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正则解析报文串DEV-01:temp=56.3C;...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CSV行/JSON串解析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统一转标准字典结构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正则前加r前缀防转义踩坑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用re.findall(r'(\w+)=([\d.]+)')提取键值对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数值字段转float再进字典，别存字符串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D·学徒（≥60）：正则体验——跟做保底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C·操作员（≥70）：双格式解析——基础完成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B·组长（≥80）：三格式全通——标准达成+帮带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A·师傅（≥90）：容错解析器+批量——进阶拓展+费曼讲解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步骤1：正则解析报文串DEV-01:temp=56.3C;...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步骤2：CSV行/JSON串解析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步骤3：统一转标准字典结构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{'device_id': 'DEV-01', 'metrics': {'temp': 56.3, 'press': 0.45…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正则把整行吞了 · 键名带空格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原因：贪婪.*；解决：用[\d.]+限定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列表有序可重复；字典键值O(1)查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知识：列表有序可重复；字典键值O(1)查；集合自动去重；元组不可变；正则八积木：\d \w + * [] (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交付：工单1.1《工业数据格式转换工具》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列表与字典选型｜列表=点名册(有序可重复)；字典=查号台(按键秒查O(1))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集合与元组｜集合=去重筐(无序)；元组=封条箱子(装好不许改)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正则八积木｜正则=给文本画的'通缉画像'：\d数字\w字符+至少1 []任选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re三方法｜match=从头核身份/findall=全城搜人/search=全…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r前缀防转义｜r前缀='原样念'：\d不被Python抢先翻译一层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统一schema｜统一schema=进港集装箱规格统一——码头只认一种箱型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选型口诀：按顺序用列表按名字找用字典——选错全程序别扭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误区：元组作字典键可以列表不行——可变对象不可哈希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误区：想一次写出完美正则——先匹配简单版再逐步收紧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正则把整行吞了 → 用[\d.]+限定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键名带空格 → 切分后strip()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str当float用 → 数值字段float()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及格线我能过吗——≥2种格式+正则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优秀线我够吗——≥3格式+容错(缺字段置None)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技能点我能独立做出来吗——正则解析报文键值对；CSV/JSON双格式解析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列表与字典选型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选型口诀：按顺序用列表按名字找用字典——选错全程序别扭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列表=点名册(有序可重复)；字典=查号台(按键秒查O(1))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设备清单用列表；'编号→温度'台账用字典 devs=['PUMP-03','FAN-02']; t={'PUMP-03':78.5}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集合与元组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误区：元组作字典键可以列表不行——可变对象不可哈希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集合=去重筐(无序)；元组=封条箱子(装好不许改)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设备类型去重；坐标/配置等只读数据 set(['PUMP','PUMP','FAN'])→{'PUMP','FAN'}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正则八积木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误区：想一次写出完美正则——先匹配简单版再逐步收紧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正则=给文本画的'通缉画像'：\d数字\w字符+至少1 []任选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从日志里抠设备编号/温度——字符串里的寻人启事 r'DEV-\d+' 一眼匹配 DEV-001/DEV-002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