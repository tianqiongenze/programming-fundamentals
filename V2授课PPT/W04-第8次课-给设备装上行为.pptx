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7" r:id="rId15"/>
    <p:sldId id="280" r:id="rId32"/>
    <p:sldId id="311" r:id="rId63"/>
    <p:sldId id="370" r:id="rId18"/>
    <p:sldId id="371" r:id="rId19"/>
    <p:sldId id="372" r:id="rId20"/>
    <p:sldId id="373" r:id="rId21"/>
    <p:sldId id="374" r:id="rId22"/>
    <p:sldId id="319" r:id="rId71"/>
    <p:sldId id="338" r:id="rId90"/>
    <p:sldId id="365" r:id="rId117"/>
    <p:sldId id="366" r:id="rId118"/>
    <p:sldId id="368" r:id="rId16"/>
    <p:sldId id="369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2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32" Type="http://schemas.openxmlformats.org/officeDocument/2006/relationships/slide" Target="slides/slide3.xml"/><Relationship Id="rId63" Type="http://schemas.openxmlformats.org/officeDocument/2006/relationships/slide" Target="slides/slide4.xml"/><Relationship Id="rId71" Type="http://schemas.openxmlformats.org/officeDocument/2006/relationships/slide" Target="slides/slide10.xml"/><Relationship Id="rId90" Type="http://schemas.openxmlformats.org/officeDocument/2006/relationships/slide" Target="slides/slide11.xml"/><Relationship Id="rId117" Type="http://schemas.openxmlformats.org/officeDocument/2006/relationships/slide" Target="slides/slide12.xml"/><Relationship Id="rId1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开场30秒：本次课《给设备装上行为》，80分钟＝2课时×40分钟。课前已发工单+starter+微课知识卡，资讯·计划线上完成。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情境说书（30秒，口头讲，不必逐字念）：台账、告警的数据散落各处，改一台设备要翻三个文件。李姐感叹：'要是设备信息能像身份证一样一人一张卡。'——工单0.3：学会用'类'给设备建模。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工单发布话术：'精密制造事业部发来工单0.3《工业设备类设计》，及格线是1，优秀线看A层标准'——念完发starter。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预习知识点：for/while循环；range；break与continue | 课中检查知识点：能用循环处理10台设备数据；能解释break与continue区别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给设备装上行为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台账、告警的数据散落各处，改一台设备要翻三个文件。李姐感叹：'要是设备信息能像身份证一样一人一张卡。'——工单0.3：学会用'类'给设备建模。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给设备装上行为（1）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设备类设计：Device类（ID、名称、状态、温度属性；启动、停止、获取状态方法）；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工单项目0.3实操：创建多个设备对象实例，演示属性访问与方法调用；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面向对象价值讨论：为什么工业系统偏爱OOP（可扩展、易维护）；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本周不讲继承与多态，专注基本类设计（重点标注）。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类与实例｜类=图纸，实例=按图纸造出的每台泵——一图多产品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__init__与self｜self='我自己'；__init__=出厂设置，造时自动执行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实例属性｜属性写在__init__里=每台设备自己的小本本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方法调用｜方法=类里装的技能；d.start()=让这台设备执行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__str__可读化｜__str__=设备的自我介绍：print时说人话不报内存地址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状态校验｜状态机=设备只走合法路线：停机才能启动，运行中拒重复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误区：改d1不影响d2——各实例各一份属性，图纸本身不存温度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误区：方法漏写self→TypeError——调用时Python自动传实例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误区：写在类下的属性是全员共享公告栏——改一处全变，慎用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漏self → 方法第一参数写self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属性被共享 → 移入__init__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d.start无输出 → d.start()才调用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及格线我能过吗——1类+2属性+2方法+2实例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优秀线我够吗——状态校验完善；内存图正确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技能点我能独立做出来吗——设计Device类(属性+方法)；创建多实例并演示属性隔离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素材来源：同周《第7次课-从图纸到对象：设备建模》知识卡与避坑清单（逐字摘录）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类与实例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误区：改d1不影响d2——各实例各一份属性，图纸本身不存温度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类=图纸，实例=按图纸造出的每台泵——一图多产品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一类设备抽象成类，每台设备是独立实例 class Device: … ；d1=Device('PUMP-03')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__init__与self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误区：方法漏写self→TypeError——调用时Python自动传实例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self='我自己'；__init__=出厂设置，造时自动执行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出厂时写死编号型号——构造即初始化 def __init__(self, code): self.code=code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实例属性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误区：写在类下的属性是全员共享公告栏——改一处全变，慎用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属性写在__init__里=每台设备自己的小本本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两台泵温度不同互不干扰——独立内存 d1.temp=78.5 与 d2.temp=81.0 各存各的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漏self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原因：调用报参数多一个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解决：方法第一参数写self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属性被共享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原因：属性写在类体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解决：移入__init__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d.start无输出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原因：少了括号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解决：d.start()才调用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素材来源：同周《第7次课-从图纸到对象：设备建模》知识卡与避坑清单（逐字摘录）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本课知识速览卡 · 边做边对照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知识点速览（逐字摘自同周完整讲解课知识卡）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类与实例｜类=图纸，实例=按图纸造出的每台泵——一图多产品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__init__与self｜self='我自己'；__init__=出厂设置，造时自动执行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实例属性｜属性写在__init__里=每台设备自己的小本本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方法调用｜方法=类里装的技能；d.start()=让这台设备执行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__str__可读化｜__str__=设备的自我介绍：print时说人话不报内存地址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状态校验｜状态机=设备只走合法路线：停机才能启动，运行中拒重复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本讲达标线（当堂评分同口径）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及格(D)：1类+2属性+2方法+2实例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优秀(B+)：状态校验完善；内存图正确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动手前三个提醒（踩坑点摘录）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方法第一参数写self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移入__init__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d.start()才调用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  <a:latin typeface="微软雅黑"/>
              </a:rPr>
              <a:t>素材来源：同周《第7次课-从图纸到对象：设备建模》知识卡与避坑清单（逐字摘录）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 · 带着问题去下一讲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带着问题去下一讲——预习任务与自测问题逐字取自课程安排，课前完成。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主题：构建基类+两子类继承体系——应用：见工单star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预习快问：子类如何调用父类__init__？多态怎么理解？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课前完成：导学单 + 预习自测 + starter环境自检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  <a:latin typeface="微软雅黑"/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实施任务：工单0.3《工业设备类设计》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方法含状态校验(重复启动提示)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print(对象)输出可读信息(__str__)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对象内存图手绘(id观察)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1类+2属性+2方法+2实例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状态校验完善；内存图正确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完成工单项目0.3《工业设备类设计》：及格标准1类+2属性+2方法+2实例；优秀标准≥3属性、≥3方法、3实例并使用__init__；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用自己的话写一段“什么是对象”的理解笔记；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预习继承的概念。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构建基类+两子类继承体系——应用：见工单star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