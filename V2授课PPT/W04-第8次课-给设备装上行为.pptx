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7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7" r:id="rId15"/>
    <p:sldId id="280" r:id="rId32"/>
    <p:sldId id="311" r:id="rId63"/>
    <p:sldId id="319" r:id="rId71"/>
    <p:sldId id="338" r:id="rId90"/>
    <p:sldId id="365" r:id="rId117"/>
    <p:sldId id="366" r:id="rId118"/>
    <p:sldId id="368" r:id="rId16"/>
    <p:sldId id="369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32" Type="http://schemas.openxmlformats.org/officeDocument/2006/relationships/slide" Target="slides/slide2.xml"/><Relationship Id="rId63" Type="http://schemas.openxmlformats.org/officeDocument/2006/relationships/slide" Target="slides/slide3.xml"/><Relationship Id="rId71" Type="http://schemas.openxmlformats.org/officeDocument/2006/relationships/slide" Target="slides/slide4.xml"/><Relationship Id="rId90" Type="http://schemas.openxmlformats.org/officeDocument/2006/relationships/slide" Target="slides/slide5.xml"/><Relationship Id="rId117" Type="http://schemas.openxmlformats.org/officeDocument/2006/relationships/slide" Target="slides/slide6.xml"/><Relationship Id="rId118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开场30秒：本次课《给设备装上行为》，80分钟＝2课时×40分钟。课前已发工单+starter+微课知识卡，资讯·计划线上完成。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情境说书（30秒，口头讲，不必逐字念）：台账、告警的数据散落各处，改一台设备要翻三个文件。李姐感叹：'要是设备信息能像身份证一样一人一张卡。'——工单0.3：学会用'类'给设备建模。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工单发布话术：'精密制造事业部发来工单0.3《工业设备类设计》，及格线是1，优秀线看A层标准'——念完发starter。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项目2 驰骋操场，挥写青春 | 预习知识点：for/while循环；range；break与continue | 课中检查知识点：能用循环处理10台设备数据；能解释break与continue区别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给设备装上行为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第四周 · 第8次课（2课时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台账、告警的数据散落各处，改一台设备要翻三个文件。李姐感叹：'要是设备信息能像身份证一样一人一张卡。'——工单0.3：学会用'类'给设备建模。</a:t>
            </a:r>
          </a:p>
        </p:txBody>
      </p:sp>
      <p:pic>
        <p:nvPicPr>
          <p:cNvPr id="9" name="Picture 8" descr="W4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给设备装上行为（1）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设备类设计：Device类（ID、名称、状态、温度属性；启动、停止、获取状态方法）；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工单项目0.3实操：创建多个设备对象实例，演示属性访问与方法调用；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面向对象价值讨论：为什么工业系统偏爱OOP（可扩展、易维护）；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本周不讲继承与多态，专注基本类设计（重点标注）。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实施任务：工单0.3《工业设备类设计》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方法含状态校验(重复启动提示)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print(对象)输出可读信息(__str__)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对象内存图手绘(id观察)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1类+2属性+2方法+2实例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状态校验完善；内存图正确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完成工单项目0.3《工业设备类设计》：及格标准1类+2属性+2方法+2实例；优秀标准≥3属性、≥3方法、3实例并使用__init__；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用自己的话写一段“什么是对象”的理解笔记；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预习继承的概念。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下次课预告（第5周）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构建基类+两子类继承体系——应用：见工单star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子类如何调用父类__init__？多态怎么理解？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