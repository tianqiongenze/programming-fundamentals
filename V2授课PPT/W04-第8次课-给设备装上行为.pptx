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19" r:id="rId71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1" Type="http://schemas.openxmlformats.org/officeDocument/2006/relationships/slide" Target="slides/slide4.xml"/><Relationship Id="rId90" Type="http://schemas.openxmlformats.org/officeDocument/2006/relationships/slide" Target="slides/slide5.xml"/><Relationship Id="rId117" Type="http://schemas.openxmlformats.org/officeDocument/2006/relationships/slide" Target="slides/slide6.xml"/><Relationship Id="rId11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开场30秒：本次课《给设备装上行为》，80分钟＝2课时×40分钟。课前已发工单+starter+微课知识卡，资讯·计划线上完成。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给设备装上行为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给设备装上行为（1）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设备类设计：Device类（ID、名称、状态、温度属性；启动、停止、获取状态方法）；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工单项目0.3实操：创建多个设备对象实例，演示属性访问与方法调用；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面向对象价值讨论：为什么工业系统偏爱OOP（可扩展、易维护）；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本周不讲继承与多态，专注基本类设计（重点标注）。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方法含状态校验(重复启动提示)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print(对象)输出可读信息(__str__)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对象内存图手绘(id观察)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状态校验完善；内存图正确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