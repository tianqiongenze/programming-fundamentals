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7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0" r:id="rId32"/>
    <p:sldId id="310" r:id="rId62"/>
    <p:sldId id="318" r:id="rId70"/>
    <p:sldId id="337" r:id="rId89"/>
    <p:sldId id="364" r:id="rId116"/>
    <p:sldId id="365" r:id="rId1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32" Type="http://schemas.openxmlformats.org/officeDocument/2006/relationships/slide" Target="slides/slide2.xml"/><Relationship Id="rId62" Type="http://schemas.openxmlformats.org/officeDocument/2006/relationships/slide" Target="slides/slide3.xml"/><Relationship Id="rId70" Type="http://schemas.openxmlformats.org/officeDocument/2006/relationships/slide" Target="slides/slide4.xml"/><Relationship Id="rId89" Type="http://schemas.openxmlformats.org/officeDocument/2006/relationships/slide" Target="slides/slide5.xml"/><Relationship Id="rId116" Type="http://schemas.openxmlformats.org/officeDocument/2006/relationships/slide" Target="slides/slide6.xml"/><Relationship Id="rId117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开场30秒：本次课《把故障数据画成一朵云》，80分钟＝2课时×40分钟。课前已发工单+starter+微课知识卡，资讯·计划线上完成。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情境说书（30秒，口头讲，不必逐字念）：月底设备分析会，王主任要'一页纸看清故障规律'。半年的报修单有几百条文字——工单1.3：分词+词云，让文字变成一眼可读的图。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工单发布话术：'精密制造事业部发来工单1.3《工业故障分析报告生成系统》，及格线是分，优秀线看A层标准'——念完发starter。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持校园卡，记生活账 | 预习知识点：文件读写(open/with)；CSV/文本处理 | 课中检查知识点：能with open读写设备日志文件；能逐行解析CSV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把故障数据画成一朵云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第九周 · 第18次课（2课时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月底设备分析会，王主任要'一页纸看清故障规律'。半年的报修单有几百条文字——工单1.3：分词+词云，让文字变成一眼可读的图。</a:t>
            </a:r>
          </a:p>
        </p:txBody>
      </p:sp>
      <p:pic>
        <p:nvPicPr>
          <p:cNvPr id="9" name="Picture 8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把故障数据画成一朵云（1）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wordcloud词云生成：参数配置、中文字体设置、蒙版形状；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matplotlib基础绘图：柱状图展示高频故障词；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工单项目1.3实操：读取故障说明文本→分词→关键词提取→词云可视化，完成《工业故障分析报告》；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分组汇报：从词云中发现了什么故障规律。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实施任务：工单1.3《工业故障分析报告生成系统》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词云生成(字体fonts/SimHei.ttf)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extract_tags Top20关键词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撰写≤150字故障规律洞察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分词正确+词云生成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词云美观+洞察有数据支撑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完成工单项目1.3《工业故障分析报告生成系统》：及格标准正确分词+生成词云；优秀标准分词准确+词云美观+洞察深入+规范率≥90%；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撰写200字故障规律分析结论；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预习Pillow图像处理基础。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下次课预告（第10周）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图像缩放与缺陷框标注——应用：见工单starte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PDF坐标系原点在哪个角？中文字体为什么要注册？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