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5"/>
    <p:sldId id="280" r:id="rId32"/>
    <p:sldId id="310" r:id="rId62"/>
    <p:sldId id="318" r:id="rId70"/>
    <p:sldId id="337" r:id="rId89"/>
    <p:sldId id="364" r:id="rId116"/>
    <p:sldId id="365" r:id="rId117"/>
    <p:sldId id="367" r:id="rId16"/>
    <p:sldId id="368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70" Type="http://schemas.openxmlformats.org/officeDocument/2006/relationships/slide" Target="slides/slide4.xml"/><Relationship Id="rId89" Type="http://schemas.openxmlformats.org/officeDocument/2006/relationships/slide" Target="slides/slide5.xml"/><Relationship Id="rId116" Type="http://schemas.openxmlformats.org/officeDocument/2006/relationships/slide" Target="slides/slide6.xml"/><Relationship Id="rId1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开场30秒：本次课《把故障数据画成一朵云》，80分钟＝2课时×40分钟。课前已发工单+starter+微课知识卡，资讯·计划线上完成。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把故障数据画成一朵云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把故障数据画成一朵云（1）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wordcloud词云生成：参数配置、中文字体设置、蒙版形状；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matplotlib基础绘图：柱状图展示高频故障词；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工单项目1.3实操：读取故障说明文本→分词→关键词提取→词云可视化，完成《工业故障分析报告》；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分组汇报：从词云中发现了什么故障规律。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词云生成(字体fonts/SimHei.ttf)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extract_tags Top20关键词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撰写≤150字故障规律洞察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词云美观+洞察有数据支撑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