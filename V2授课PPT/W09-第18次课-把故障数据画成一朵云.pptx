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7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6" r:id="rId15"/>
    <p:sldId id="280" r:id="rId32"/>
    <p:sldId id="310" r:id="rId62"/>
    <p:sldId id="369" r:id="rId18"/>
    <p:sldId id="370" r:id="rId19"/>
    <p:sldId id="371" r:id="rId20"/>
    <p:sldId id="372" r:id="rId21"/>
    <p:sldId id="373" r:id="rId22"/>
    <p:sldId id="318" r:id="rId70"/>
    <p:sldId id="337" r:id="rId89"/>
    <p:sldId id="364" r:id="rId116"/>
    <p:sldId id="365" r:id="rId117"/>
    <p:sldId id="367" r:id="rId16"/>
    <p:sldId id="368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2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32" Type="http://schemas.openxmlformats.org/officeDocument/2006/relationships/slide" Target="slides/slide3.xml"/><Relationship Id="rId62" Type="http://schemas.openxmlformats.org/officeDocument/2006/relationships/slide" Target="slides/slide4.xml"/><Relationship Id="rId70" Type="http://schemas.openxmlformats.org/officeDocument/2006/relationships/slide" Target="slides/slide10.xml"/><Relationship Id="rId89" Type="http://schemas.openxmlformats.org/officeDocument/2006/relationships/slide" Target="slides/slide11.xml"/><Relationship Id="rId116" Type="http://schemas.openxmlformats.org/officeDocument/2006/relationships/slide" Target="slides/slide12.xml"/><Relationship Id="rId117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开场30秒：本次课《把故障数据画成一朵云》，80分钟＝2课时×40分钟。课前已发工单+starter+微课知识卡，资讯·计划线上完成。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情境说书（30秒，口头讲，不必逐字念）：月底设备分析会，王主任要'一页纸看清故障规律'。半年的报修单有几百条文字——工单1.3：分词+词云，让文字变成一眼可读的图。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工单发布话术：'精密制造事业部发来工单1.3《工业故障分析报告生成系统》，及格线是分，优秀线看A层标准'——念完发starter。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预习知识点：文件读写(open/with)；CSV/文本处理 | 课中检查知识点：能with open读写设备日志文件；能逐行解析CSV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把故障数据画成一朵云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第九周 · 第18次课（2课时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月底设备分析会，王主任要'一页纸看清故障规律'。半年的报修单有几百条文字——工单1.3：分词+词云，让文字变成一眼可读的图。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把故障数据画成一朵云（1）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wordcloud词云生成：参数配置、中文字体设置、蒙版形状；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matplotlib基础绘图：柱状图展示高频故障词；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工单项目1.3实操：读取故障说明文本→分词→关键词提取→词云可视化，完成《工业故障分析报告》；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分组汇报：从词云中发现了什么故障规律。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pip与离线whl｜pip=应用商店；whl=下载好的安装包——断网也能装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jieba分词｜jieba=中文切词刀：英文按空格切，中文得靠它切词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停用词过滤｜停用词=搭头话：'的/了/在'没信息量，先请出场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Counter词频｜Counter=计票员：过一遍全记下，most_common(n)…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TF-IDF关键词｜TF-IDF=本篇常讲+别人少讲=这篇的关键词——稀有度加权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wordcloud中文字体｜wordcloud不认中文字体=画一页方框——font_path指…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误区：没激活环境就装——装到base等于白装，先conda activate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误区：cut_all=True切太碎——教学与统计默认精确模式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误区：词频不看停用词→Top10全是'的了我们'——白统计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中文变方块 → font_path必填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Top10全是虚词 → 扩STOP表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frequencies用错 → generate吃文本串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及格线我能过吗——分词正确+词云生成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优秀线我够吗——词云美观+洞察有数据支撑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技能点我能独立做出来吗——完成分词+停用词管线；生成词云与Top10柱状图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素材来源：同周《第17次课-读懂成千上万条故障描述》知识卡与避坑清单（逐字摘录）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pip与离线whl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误区：没激活环境就装——装到base等于白装，先conda activate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pip=应用商店；whl=下载好的安装包——断网也能装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机房无外网时用whl装jieba/wordcloud pip install jieba-0.42.1-py3-none-any.whl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jieba分词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误区：cut_all=True切太碎——教学与统计默认精确模式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jieba=中文切词刀：英文按空格切，中文得靠它切词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'泵体振动异常'→['泵体','振动','异常']——文本分析第一步 words = list(jieba.cut(text))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停用词过滤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误区：词频不看停用词→Top10全是'的了我们'——白统计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停用词=搭头话：'的/了/在'没信息量，先请出场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虚词霸榜时词频统计没意义——先过滤再计数 words = [w for w in words if w not in stopwords]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中文变方块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原因：没指定字体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解决：font_path必填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Top10全是虚词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原因：停用词未滤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解决：扩STOP表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frequencies用错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原因：传参类型错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解决：generate吃文本串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素材来源：同周《第17次课-读懂成千上万条故障描述》知识卡与避坑清单（逐字摘录）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本课知识速览卡 · 边做边对照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知识点速览（逐字摘自同周完整讲解课知识卡）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pip与离线whl｜pip=应用商店；whl=下载好的安装包——断网也能装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jieba分词｜jieba=中文切词刀：英文按空格切，中文得靠它切词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停用词过滤｜停用词=搭头话：'的/了/在'没信息量，先请出场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Counter词频｜Counter=计票员：过一遍全记下，most_common(n)念前n名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TF-IDF关键词｜TF-IDF=本篇常讲+别人少讲=这篇的关键词——稀有度加权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wordcloud中文字体｜wordcloud不认中文字体=画一页方框——font_path指定字体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本讲达标线（当堂评分同口径）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及格(D)：分词正确+词云生成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优秀(B+)：词云美观+洞察有数据支撑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动手前三个提醒（踩坑点摘录）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⚠ font_path必填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扩STOP表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generate吃文本串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素材来源：同周《第17次课-读懂成千上万条故障描述》知识卡与避坑清单（逐字摘录）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 · 带着问题去下一讲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带着问题去下一讲——预习任务与自测问题逐字取自课程安排，课前完成。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主题：图像缩放与缺陷框标注——应用：见工单starte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预习快问：PDF坐标系原点在哪个角？中文字体为什么要注册？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33087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133087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297679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课前完成：导学单 + 预习自测 + starter环境自检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239512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239512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404103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带着问题：来上课——Predict先于Run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实施任务：工单1.3《工业故障分析报告生成系统》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词云生成(字体fonts/SimHei.ttf)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extract_tags Top20关键词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撰写≤150字故障规律洞察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分词正确+词云生成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词云美观+洞察有数据支撑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完成工单项目1.3《工业故障分析报告生成系统》：及格标准正确分词+生成词云；优秀标准分词准确+词云美观+洞察深入+规范率≥90%；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撰写200字故障规律分析结论；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预习Pillow图像处理基础。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图像缩放与缺陷框标注——应用：见工单starte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PDF坐标系原点在哪个角？中文字体为什么要注册？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