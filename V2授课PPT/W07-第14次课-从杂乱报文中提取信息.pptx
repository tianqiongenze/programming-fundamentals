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4" r:id="rId15"/>
    <p:sldId id="280" r:id="rId32"/>
    <p:sldId id="308" r:id="rId60"/>
    <p:sldId id="367" r:id="rId18"/>
    <p:sldId id="368" r:id="rId19"/>
    <p:sldId id="369" r:id="rId20"/>
    <p:sldId id="370" r:id="rId21"/>
    <p:sldId id="371" r:id="rId22"/>
    <p:sldId id="316" r:id="rId68"/>
    <p:sldId id="335" r:id="rId87"/>
    <p:sldId id="362" r:id="rId114"/>
    <p:sldId id="363" r:id="rId115"/>
    <p:sldId id="365" r:id="rId16"/>
    <p:sldId id="3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32" Type="http://schemas.openxmlformats.org/officeDocument/2006/relationships/slide" Target="slides/slide3.xml"/><Relationship Id="rId60" Type="http://schemas.openxmlformats.org/officeDocument/2006/relationships/slide" Target="slides/slide4.xml"/><Relationship Id="rId68" Type="http://schemas.openxmlformats.org/officeDocument/2006/relationships/slide" Target="slides/slide10.xml"/><Relationship Id="rId87" Type="http://schemas.openxmlformats.org/officeDocument/2006/relationships/slide" Target="slides/slide11.xml"/><Relationship Id="rId114" Type="http://schemas.openxmlformats.org/officeDocument/2006/relationships/slide" Target="slides/slide12.xml"/><Relationship Id="rId11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开场30秒：本次课《从杂乱报文中提取信息》，80分钟＝2课时×40分钟。课前已发工单+starter+微课知识卡，资讯·计划线上完成。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从杂乱报文中提取信息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从杂乱报文中提取信息（1）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字符串处理：split/join/strip/replace；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正则表达式基础：re.match、re.search、re.findall、常用模式（数字、字母、中文）；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工单项目1.1实操：编写工业数据格式转换工具（正则提取关键字段+容器组织数据）；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综合演练：解析“设备ID:压力值:状态”格式的报文串。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列表与字典选型｜列表=点名册(有序可重复)；字典=查号台(按键秒查O(1))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集合与元组｜集合=去重筐(无序)；元组=封条箱子(装好不许改)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正则八积木｜正则=给文本画的'通缉画像'：\d数字\w字符+至少1 []任选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re三方法｜match=从头核身份/findall=全城搜人/search=全…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r前缀防转义｜r前缀='原样念'：\d不被Python抢先翻译一层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统一schema｜统一schema=进港集装箱规格统一——码头只认一种箱型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选型口诀：按顺序用列表按名字找用字典——选错全程序别扭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误区：元组作字典键可以列表不行——可变对象不可哈希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误区：想一次写出完美正则——先匹配简单版再逐步收紧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正则把整行吞了 → 用[\d.]+限定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键名带空格 → 切分后strip()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str当float用 → 数值字段float()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及格线我能过吗——≥2种格式+正则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优秀线我够吗——批量转换+统计+规范率≥90%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技能点我能独立做出来吗——正则解析报文键值对；CSV/JSON双格式解析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素材来源：同周《第13次课-用容器装下整条产线》知识卡与避坑清单（逐字摘录）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列表与字典选型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选型口诀：按顺序用列表按名字找用字典——选错全程序别扭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列表=点名册(有序可重复)；字典=查号台(按键秒查O(1))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设备清单用列表；'编号→温度'台账用字典 devs=['PUMP-03','FAN-02']; t={'PUMP-03':78.5}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集合与元组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误区：元组作字典键可以列表不行——可变对象不可哈希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集合=去重筐(无序)；元组=封条箱子(装好不许改)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设备类型去重；坐标/配置等只读数据 set(['PUMP','PUMP','FAN'])→{'PUMP','FAN'}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正则八积木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误区：想一次写出完美正则——先匹配简单版再逐步收紧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正则=给文本画的'通缉画像'：\d数字\w字符+至少1 []任选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从日志里抠设备编号/温度——字符串里的寻人启事 r'DEV-\d+' 一眼匹配 DEV-001/DEV-002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正则把整行吞了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原因：贪婪.*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解决：用[\d.]+限定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键名带空格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原因：没strip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解决：切分后strip()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str当float用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原因：忘了转换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解决：数值字段float()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素材来源：同周《第13次课-用容器装下整条产线》知识卡与避坑清单（逐字摘录）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列表与字典选型｜列表=点名册(有序可重复)；字典=查号台(按键秒查O(1))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集合与元组｜集合=去重筐(无序)；元组=封条箱子(装好不许改)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正则八积木｜正则=给文本画的'通缉画像'：\d数字\w字符+至少1 []任选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re三方法｜match=从头核身份/findall=全城搜人/search=全城找第一个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r前缀防转义｜r前缀='原样念'：\d不被Python抢先翻译一层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统一schema｜统一schema=进港集装箱规格统一——码头只认一种箱型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及格(D)：≥2种格式+正则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优秀(B+)：批量转换+统计+规范率≥90%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用[\d.]+限定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切分后strip()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数值字段float()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素材来源：同周《第13次课-用容器装下整条产线》知识卡与避坑清单（逐字摘录）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主题：with读写CSV与JSON——应用：见工单st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预习快问：with语句的好处是什么？utf-8乱码怎么处理？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批量转换文件并统计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异常报文(缺字段/乱序)容错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决策矩阵拍照入工单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批量转换+统计+规范率≥90%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