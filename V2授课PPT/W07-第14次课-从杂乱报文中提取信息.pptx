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08" r:id="rId60"/>
    <p:sldId id="316" r:id="rId68"/>
    <p:sldId id="335" r:id="rId87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0" Type="http://schemas.openxmlformats.org/officeDocument/2006/relationships/slide" Target="slides/slide3.xml"/><Relationship Id="rId68" Type="http://schemas.openxmlformats.org/officeDocument/2006/relationships/slide" Target="slides/slide4.xml"/><Relationship Id="rId87" Type="http://schemas.openxmlformats.org/officeDocument/2006/relationships/slide" Target="slides/slide5.xml"/><Relationship Id="rId114" Type="http://schemas.openxmlformats.org/officeDocument/2006/relationships/slide" Target="slides/slide6.xml"/><Relationship Id="rId11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开场30秒：本次课《从杂乱报文中提取信息》，80分钟＝2课时×40分钟。课前已发工单+starter+微课知识卡，资讯·计划线上完成。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从杂乱报文中提取信息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从杂乱报文中提取信息（1）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字符串处理：split/join/strip/replace；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正则表达式基础：re.match、re.search、re.findall、常用模式（数字、字母、中文）；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工单项目1.1实操：编写工业数据格式转换工具（正则提取关键字段+容器组织数据）；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综合演练：解析“设备ID:压力值:状态”格式的报文串。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批量转换文件并统计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异常报文(缺字段/乱序)容错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决策矩阵拍照入工单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批量转换+统计+规范率≥90%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