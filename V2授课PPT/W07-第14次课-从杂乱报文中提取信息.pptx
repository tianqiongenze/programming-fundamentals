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7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4" r:id="rId15"/>
    <p:sldId id="280" r:id="rId32"/>
    <p:sldId id="308" r:id="rId60"/>
    <p:sldId id="316" r:id="rId68"/>
    <p:sldId id="335" r:id="rId87"/>
    <p:sldId id="362" r:id="rId114"/>
    <p:sldId id="363" r:id="rId115"/>
    <p:sldId id="365" r:id="rId16"/>
    <p:sldId id="3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32" Type="http://schemas.openxmlformats.org/officeDocument/2006/relationships/slide" Target="slides/slide2.xml"/><Relationship Id="rId60" Type="http://schemas.openxmlformats.org/officeDocument/2006/relationships/slide" Target="slides/slide3.xml"/><Relationship Id="rId68" Type="http://schemas.openxmlformats.org/officeDocument/2006/relationships/slide" Target="slides/slide4.xml"/><Relationship Id="rId87" Type="http://schemas.openxmlformats.org/officeDocument/2006/relationships/slide" Target="slides/slide5.xml"/><Relationship Id="rId114" Type="http://schemas.openxmlformats.org/officeDocument/2006/relationships/slide" Target="slides/slide6.xml"/><Relationship Id="rId115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开场30秒：本次课《从杂乱报文中提取信息》，80分钟＝2课时×40分钟。课前已发工单+starter+微课知识卡，资讯·计划线上完成。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情境说书（30秒，口头讲，不必逐字念）：车间数据三张皮：设备报文、CSV台账、JSON配置互不相认。集团数据中台来函要求统一格式上报——工单1.1：写一个格式转换器，让三种方言说普通话。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工单发布话术：'精密制造事业部发来工单1.1《工业数据格式转换工具》，及格线是≥，优秀线看A层标准'——念完发starter。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预习知识点：列表操作(增删改查/切片)；列表推导式 | 课中检查知识点：能管理设备列表；能用[x*2 for x in data]变换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从杂乱报文中提取信息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第七周 · 第14次课（2课时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车间数据三张皮：设备报文、CSV台账、JSON配置互不相认。集团数据中台来函要求统一格式上报——工单1.1：写一个格式转换器，让三种方言说普通话。</a:t>
            </a: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从杂乱报文中提取信息（1）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字符串处理：split/join/strip/replace；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正则表达式基础：re.match、re.search、re.findall、常用模式（数字、字母、中文）；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工单项目1.1实操：编写工业数据格式转换工具（正则提取关键字段+容器组织数据）；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综合演练：解析“设备ID:压力值:状态”格式的报文串。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实施任务：工单1.1《工业数据格式转换工具》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批量转换文件并统计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异常报文(缺字段/乱序)容错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决策矩阵拍照入工单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≥2种格式+正则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批量转换+统计+规范率≥90%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完成工单项目1.1《工业数据格式转换工具》：及格标准处理≥2种格式+使用正则；优秀标准≥3种格式+结构清晰+规范率≥90%；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完成10条报文解析练习；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预习文件读写操作。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with读写CSV与JSON——应用：见工单st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with语句的好处是什么？utf-8乱码怎么处理？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