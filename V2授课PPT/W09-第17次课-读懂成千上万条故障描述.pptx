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299" r:id="rId51"/>
    <p:sldId id="301" r:id="rId53"/>
    <p:sldId id="304" r:id="rId56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66"/>
    <p:sldId id="367" r:id="rId65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53" r:id="rId105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7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3" Type="http://schemas.openxmlformats.org/officeDocument/2006/relationships/slide" Target="slides/slide26.xml"/><Relationship Id="rId56" Type="http://schemas.openxmlformats.org/officeDocument/2006/relationships/slide" Target="slides/slide27.xml"/><Relationship Id="rId60" Type="http://schemas.openxmlformats.org/officeDocument/2006/relationships/slide" Target="slides/slide28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5" Type="http://schemas.openxmlformats.org/officeDocument/2006/relationships/slide" Target="slides/slide36.xml"/><Relationship Id="rId66" Type="http://schemas.openxmlformats.org/officeDocument/2006/relationships/slide" Target="slides/slide35.xml"/><Relationship Id="rId67" Type="http://schemas.openxmlformats.org/officeDocument/2006/relationships/slide" Target="slides/slide31.xml"/><Relationship Id="rId68" Type="http://schemas.openxmlformats.org/officeDocument/2006/relationships/slide" Target="slides/slide32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7.xml"/><Relationship Id="rId73" Type="http://schemas.openxmlformats.org/officeDocument/2006/relationships/slide" Target="slides/slide38.xml"/><Relationship Id="rId75" Type="http://schemas.openxmlformats.org/officeDocument/2006/relationships/slide" Target="slides/slide39.xml"/><Relationship Id="rId77" Type="http://schemas.openxmlformats.org/officeDocument/2006/relationships/slide" Target="slides/slide40.xml"/><Relationship Id="rId79" Type="http://schemas.openxmlformats.org/officeDocument/2006/relationships/slide" Target="slides/slide41.xml"/><Relationship Id="rId80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105" Type="http://schemas.openxmlformats.org/officeDocument/2006/relationships/slide" Target="slides/slide58.xml"/><Relationship Id="rId110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6" Type="http://schemas.openxmlformats.org/officeDocument/2006/relationships/slide" Target="slides/slide62.xml"/><Relationship Id="rId117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开场30秒：本次课《读懂成千上万条故障描述》，80分钟＝2课时×40分钟。课前已发工单+starter+微课知识卡，资讯·计划线上完成。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详解B1·pip与离线whl：先读定义→场景为什么用它→看代码实例→扩展给A层。C/D层掌握前三格，A层加扩展格。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详解B2·jieba分词：先读定义→场景为什么用它→看代码实例→扩展给A层。C/D层掌握前三格，A层加扩展格。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详解B3·停用词过滤：先读定义→场景为什么用它→看代码实例→扩展给A层。C/D层掌握前三格，A层加扩展格。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详解B4·Counter词频：先读定义→场景为什么用它→看代码实例→扩展给A层。C/D层掌握前三格，A层加扩展格。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详解B5·TF-IDF关键词：先读定义→场景为什么用它→看代码实例→扩展给A层。C/D层掌握前三格，A层加扩展格。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详解B6·wordcloud中文字体：先读定义→场景为什么用它→看代码实例→扩展给A层。C/D层掌握前三格，A层加扩展格。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现场演示《词云核心》：三步走——先整段跑通看结果，再逐行讲关键语句，最后现场改一个参数看输出变化（演10分钟的核心素材）。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错误速查：现场演示第一条——制造「中文变方块」，带着学生按'现象→原因→解决'三步排查。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读懂成千上万条故障描述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停用词过滤提升信噪比——应用：见工单starter与教师参考实现 · Counter词频统计most_common——应用：见工单starter与教师参考实现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1.3《工业故障分析报告生成系统》——本课工单即考核单元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目标：能够完成“文本→分词→关键词→词云”的完整分析链路；能够结合matplotlib呈现分析结果；代码规范率≥85%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目标：体会数据可视化对管理决策的沟通价值，培养从数据中提炼洞察的分析习惯。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文件读写(open/with)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CSV/文本处理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课中检查｜上次课（W8）抽查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能按code查设备台账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能json.loads/dumps转换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任务背景：月底设备分析会，王主任要'一页纸看清故障规律'。半年的报修单有几百条文字——工单1.3：分词+词云，让文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能够完成“文本→分词→关键词→词云”的完整分析链路；能够结合matplotlib呈现分析结果；代码规范率≥85%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知识详解：pip与离线whl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pip与离线whl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pip=应用商店；whl=下载好的安装包——断网也能装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机房无外网时用whl装jieba/wordcloud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pip install jieba-0.42.1-py3-none-any.whl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误区：没激活环境就装——装到base等于白装，先conda activate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知识详解：jieba分词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jieba分词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jieba=中文切词刀：英文按空格切，中文得靠它切词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'泵体振动异常'→['泵体','振动','异常']——文本分析第一步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list(jieba.cut(text))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误区：cut_all=True切太碎——教学与统计默认精确模式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知识详解：停用词过滤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停用词过滤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停用词=搭头话：'的/了/在'没信息量，先请出场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虚词霸榜时词频统计没意义——先过滤再计数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[w for w in words if w not in stopwords]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误区：词频不看停用词→Top10全是'的了我们'——白统计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知识详解：Counter词频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Counter词频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Counter=计票员：过一遍全记下，most_common(n)念前n名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故障报告高频词排行——维修重点的风向标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Counter(words).most_common(10)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误区：手写dict计数30行——Counter一行搞定，字典子类白送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知识应用（4）：Counter词频统计most_common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Counter词频统计most_common。在两江智造产线上的用法：见工单starter与教师参考实现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知识详解：TF-IDF关键词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TF-IDF关键词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TF-IDF=本篇常讲+别人少讲=这篇的关键词——稀有度加权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'气蚀'比'设备'更能代表这篇报告——专属词升权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TfidfVectorizer().fit_transform(docs)——sklearn一行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误区：TF-IDF值不是词频——是权重分，值越大越具代表性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知识详解：wordcloud中文字体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wordcloud中文字体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wordcloud不认中文字体=画一页方框——font_path指定字体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词云是故障报告的可视化封面——领导先看图后看数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wc = WordCloud(font_path='ZH_Font.ttf')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误区：路径错不报错只方框——先单独generate再to_file排查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生成词云与Top10柱状图——应用：见工单starter与教师参考实现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extract_tags提取关键词——应用：见工单starter与教师参考实现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撰写数据支撑的故障洞察——应用：见工单starter与教师参考实现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读懂成千上万条故障描述（1）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第三方库的安装：pip工具与镜像源配置；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jieba中文分词：精确模式、全模式、搜索引擎模式；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关键词提取：jieba.analyse（TF-IDF原理直观介绍）。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关键代码：词云核心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words = [w for t in texts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if w not in STOP and len(w) &gt; 1]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wordcloud import WordCloud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height=400, background_color="white")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wc.generate(" ".join(words)); wc.to_file("cloud.png")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决策：分词调优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效果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停用词表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自定义词典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本课决策题：决策：分词调优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pip离线装jieba/wordcloud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分词+停用词过滤+词频统计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Top10柱状图(matplotlib)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停用词得当；词频图正确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工程化项目/w09_text_report/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src/text_report/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运行分词示例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加停用词再跑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对比两次Top词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能读Top10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Counter统计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wordcloud出图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能出cloud.png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词云+词频+关键词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分词停用词管线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词云+柱状图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extract_tags Top20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三件产出齐全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分组对比词云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按系统分组两朵词云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对比Top词差异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150字洞察结论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洞察有数字支撑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按系统分组做对比词云（传动vs电气），洞察差异)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pip离线装jieba/wordcloud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分词+停用词过滤+词频统计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Top10柱状图(matplotlib)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词云必须font_path指定中文字体，否则方块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Counter(words).most_common(10)快速Top10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plt.rcParams设置SimHei让图表中文正常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中文变方块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没指定字体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font_path必填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停用词未滤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扩STOP表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frequencies用错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传参类型错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generate吃文本串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C·操作员（≥70）：词云生成——基础完成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B·组长（≥80）：词云+词频+关键词——标准达成+帮带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A·师傅（≥90）：分组对比词云——进阶拓展+费曼讲解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步骤1：pip离线装jieba/wordcloud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步骤2：分词+停用词过滤+词频统计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步骤3：Top10柱状图(matplotlib)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中文变方块 · Top10全是虚词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排错题：出现「中文变方块」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原因：没指定字体；解决：font_path必填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pip安装与离线whl安装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知识：pip安装与离线whl安装；jieba.cut精确分词；停用词过滤提升信噪比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交付：工单1.3《工业故障分析报告生成系统》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