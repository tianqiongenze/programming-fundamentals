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0" r:id="rId62"/>
    <p:sldId id="318" r:id="rId70"/>
    <p:sldId id="337" r:id="rId89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70" Type="http://schemas.openxmlformats.org/officeDocument/2006/relationships/slide" Target="slides/slide4.xml"/><Relationship Id="rId89" Type="http://schemas.openxmlformats.org/officeDocument/2006/relationships/slide" Target="slides/slide5.xml"/><Relationship Id="rId116" Type="http://schemas.openxmlformats.org/officeDocument/2006/relationships/slide" Target="slides/slide6.xml"/><Relationship Id="rId1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开场30秒：本次课《把重复劳动交给函数》，80分钟＝2课时×40分钟。课前已发工单+starter+微课知识卡，资讯·计划线上完成。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把重复劳动交给函数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把重复劳动交给函数（1）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函数的定义、参数（位置/默认/关键字）与返回值；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变量作用域：局部变量与全局变量；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工单项目0.2（下）实操：循环+函数实现完整的工业实时告警系统（模拟多设备多周期监测）；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代码规范强化：函数命名、文档字符串初步（目标规范率75%）。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汇总各设备告警次数并输出报告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random.seed(42)保证复现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重构上周代码为函数版(对比收益)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重构对比说明清楚；规范率≥85%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