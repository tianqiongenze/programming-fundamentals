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66" r:id="rId15"/>
    <p:sldId id="280" r:id="rId32"/>
    <p:sldId id="310" r:id="rId62"/>
    <p:sldId id="318" r:id="rId70"/>
    <p:sldId id="337" r:id="rId89"/>
    <p:sldId id="364" r:id="rId116"/>
    <p:sldId id="365" r:id="rId117"/>
    <p:sldId id="367" r:id="rId16"/>
    <p:sldId id="368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70" Type="http://schemas.openxmlformats.org/officeDocument/2006/relationships/slide" Target="slides/slide4.xml"/><Relationship Id="rId89" Type="http://schemas.openxmlformats.org/officeDocument/2006/relationships/slide" Target="slides/slide5.xml"/><Relationship Id="rId116" Type="http://schemas.openxmlformats.org/officeDocument/2006/relationships/slide" Target="slides/slide6.xml"/><Relationship Id="rId117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开场30秒：本次课《把重复劳动交给函数》，80分钟＝2课时×40分钟。课前已发工单+starter+微课知识卡，资讯·计划线上完成。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情境说书（30秒，口头讲，不必逐字念）：告警逻辑单机版通过，但王主任要的是'一块屏看全部'。李姐提醒：十台设备×全天循环，靠复制粘贴要写到明年——工单0.2b：用循环和函数，让告警系统自动转起来。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工单发布话术：'精密制造事业部发来工单0.2b《工业实时告警系统Ⅱ》，及格线是循，优秀线看A层标准'——念完发starter。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项目2 驰骋操场，挥写青春 | 预习知识点：if-elif-else条件结构；逻辑运算符and/or/not | 课中检查知识点：能写温度告警三级阈值判断；能画出条件分支流程图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把重复劳动交给函数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第三周 · 第6次课（2课时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CE（全程主编辑器）+ Jupyter（每周notebook）+ Git/GitHub（每周提交）</a:t>
            </a:r>
          </a:p>
        </p:txBody>
      </p:sp>
      <p:pic>
        <p:nvPicPr>
          <p:cNvPr id="7" name="Picture 6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告警逻辑单机版通过，但王主任要的是'一块屏看全部'。李姐提醒：十台设备×全天循环，靠复制粘贴要写到明年——工单0.2b：用循环和函数，让告警系统自动转起来。</a:t>
            </a:r>
          </a:p>
        </p:txBody>
      </p:sp>
      <p:pic>
        <p:nvPicPr>
          <p:cNvPr id="9" name="Picture 8" descr="W3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把重复劳动交给函数（1）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函数的定义、参数（位置/默认/关键字）与返回值；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变量作用域：局部变量与全局变量；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工单项目0.2（下）实操：循环+函数实现完整的工业实时告警系统（模拟多设备多周期监测）；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代码规范强化：函数命名、文档字符串初步（目标规范率75%）。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实施任务：工单0.2b《工业实时告警系统Ⅱ》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汇总各设备告警次数并输出报告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random.seed(42)保证复现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重构上周代码为函数版(对比收益)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循环跑通+2函数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重构对比说明清楚；规范率≥85%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完成工单项目0.2（下）完整版《工业实时告警系统》：优秀标准实现多条件嵌套、≥2个告警函数、循环告警测试、规范率≥85%；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重构上周代码：将重复判断改写为函数；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预习类与对象的概念。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下次课预告（第4周）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设计Device类(属性+方法)——应用：见工单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__init__什么时候执行？self指谁？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本讲对应工单：《程序设计基础》分层任务工单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