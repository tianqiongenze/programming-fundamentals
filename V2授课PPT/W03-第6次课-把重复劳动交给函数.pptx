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15"/>
    <p:sldId id="280" r:id="rId32"/>
    <p:sldId id="310" r:id="rId62"/>
    <p:sldId id="369" r:id="rId18"/>
    <p:sldId id="370" r:id="rId19"/>
    <p:sldId id="371" r:id="rId20"/>
    <p:sldId id="318" r:id="rId70"/>
    <p:sldId id="337" r:id="rId89"/>
    <p:sldId id="364" r:id="rId116"/>
    <p:sldId id="365" r:id="rId117"/>
    <p:sldId id="367" r:id="rId16"/>
    <p:sldId id="368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32" Type="http://schemas.openxmlformats.org/officeDocument/2006/relationships/slide" Target="slides/slide3.xml"/><Relationship Id="rId62" Type="http://schemas.openxmlformats.org/officeDocument/2006/relationships/slide" Target="slides/slide4.xml"/><Relationship Id="rId70" Type="http://schemas.openxmlformats.org/officeDocument/2006/relationships/slide" Target="slides/slide5.xml"/><Relationship Id="rId89" Type="http://schemas.openxmlformats.org/officeDocument/2006/relationships/slide" Target="slides/slide6.xml"/><Relationship Id="rId116" Type="http://schemas.openxmlformats.org/officeDocument/2006/relationships/slide" Target="slides/slide7.xml"/><Relationship Id="rId1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开场30秒：本次课《把重复劳动交给函数》，80分钟＝2课时×40分钟。课前已发工单+starter+微课知识卡，资讯·计划线上完成。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把重复劳动交给函数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把重复劳动交给函数（1）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函数的定义、参数（位置/默认/关键字）与返回值；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变量作用域：局部变量与全局变量；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工单项目0.2（下）实操：循环+函数实现完整的工业实时告警系统（模拟多设备多周期监测）；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代码规范强化：函数命名、文档字符串初步（目标规范率75%）。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汇总各设备告警次数并输出报告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random.seed(42)保证复现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重构上周代码为函数版(对比收益)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重构对比说明清楚；规范率≥85%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for与while｜for=点名册逐个念；while=哨兵盯着条件转圈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break与continue｜break=拉闸走人；continue=跳过这个下一个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循环三要素｜初始值/继续条件/每轮更新——缺一个就转成死循环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random随机数｜random.uniform(a,b)=在[a,b]扔骰子；see…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函数封装｜def=给一段逻辑起名装盒：投料(参数)出产品(返回值)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列表与字典入门｜列表=排队货架(有序可重复)；字典=储物柜(编号取物)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误区：range(1,10)不含10——左闭右开'含头不含尾'，数轴画一遍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误区：break只跳一层——双层循环里内层break管不住外层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误区：忘i+=1死循环——急救Ctrl+C；写while先想'怎么退出来'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死循环 → 补更新语句+Ctrl+C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KeyError → 先建{2:0,3:0}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函数内改不了外面变量 → 用return传值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及格线我能过吗——循环跑通+2函数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优秀线我够吗——重构对比说明清楚；规范率≥85%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技能点我能独立做出来吗——双层循环模拟多设备多周期；封装check_device/alarm两函数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素材来源：同周《第5次课-让程序自己跑起来》知识卡与避坑清单（逐字摘录）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for与while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误区：range(1,10)不含10——左闭右开'含头不含尾'，数轴画一遍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for=点名册逐个念；while=哨兵盯着条件转圈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10台设备逐台采集用for；持续监控用while for i in range(10): 读第i台；while running: 采集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break与continue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误区：break只跳一层——双层循环里内层break管不住外层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break=拉闸走人；continue=跳过这个下一个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坏数据跳过本轮继续采；用户按停跳出全部 if data is None: continue；if stop: break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循环三要素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误区：忘i+=1死循环——急救Ctrl+C；写while先想'怎么退出来'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初始值/继续条件/每轮更新——缺一个就转成死循环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while手写循环的自检口诀——写前先默念三件套 i=0 → while i&lt;10 → i+=1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死循环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原因：while条件永真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解决：补更新语句+Ctrl+C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KeyError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原因：统计键未初始化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解决：先建{2:0,3:0}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函数内改不了外面变量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原因：作用域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解决：用return传值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素材来源：同周《第5次课-让程序自己跑起来》知识卡与避坑清单（逐字摘录）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