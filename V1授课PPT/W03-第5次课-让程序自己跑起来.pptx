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W03 · 第5次课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让程序自己跑起来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88976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8897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0.2b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66216" y="3931920"/>
            <a:ext cx="1645384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66216" y="3931920"/>
            <a:ext cx="1645384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工业实时告警系统Ⅱ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单次判断升级为7×24连续监测：多设备多周期循环判读，重复逻辑封装为函数。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专业核心基础课：零基础新生的编程第一课（模块0-2贯通）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工业数据采集技术员 / 边缘计算运维 / 平台运维员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Python开发（工信部）· AI应用实践 · 企业应用实施工程师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前：计算机文化基础 → 本课12周 → 后：AI应用基础/项目实战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开发环境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条件判断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循环结构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类与对象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继承与多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异常处理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容器与字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文件I/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jieb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Pill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网络编程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综合项目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连续剧情 · 你（小郑）的第5次出场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34633"/>
            <a:ext cx="4261104" cy="3268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62065"/>
            <a:ext cx="4206240" cy="321383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C2833"/>
                </a:solidFill>
                <a:latin typeface="Microsoft YaHei"/>
                <a:ea typeface="Microsoft YaHei"/>
              </a:rPr>
              <a:t>单次判断升级为7×24连续监测：多设备多周期循环判读，重复逻辑封装为函数。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0.2b · 工业实时告警系统Ⅱ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列表+字典组织3台设备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双层循环: 设备×10周期(random模拟)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D6D7E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王主任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李姐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掌握for/while循环的结构与适用场景；掌握函数定义、参数传递与返回值；理解变量作用域规则。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能够编写150-300行的循环监测程序；能够设计多个告警函数并进行循环告警测试；代码规范率≥75%。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体会“复用与抽象”的工程价值，培养用函数组织代码的模块化思维。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60594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6059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1.列表+字典组织3台…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468628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46862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2.双层循环: 设备×…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161694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16169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3.check_dev…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本章聚焦：循环与函数——重点： · for与while的选择依据；函数…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for与while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("for遍历'有限序列'（列表/字符串/range），while…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break与contin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('break整层立即跳出（紧急止损），continue只跳过本轮…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循环三要素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('循环三要素=初始化+条件+更新：缺初始化NameError、缺…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B01 for与while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for=点名册逐个念；while=哨兵盯着条件转圈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原理：for遍历'有限序列'（列表/字符串/range），while盯住'变化条件'——两者都能循环，选型看'次数已知'还是'条件满足'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10台设备逐台采集用for；持续监控用while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怎么判断：已知循环10个周期用for range(10)；温度不回落就一直监测用while temp&gt;=80——次数未知条件已知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for i in range(10): 读第i台；while running: 采集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逐行看：for cycle in range(10): 逐周期判读；while temp&gt;80: 循环体里必须更新temp否则死循环——while三件套缺一不可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误区：range(1,10)不含10——左闭右开'含头不含尾'，数轴画一遍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进阶：for+enumerate同时拿下标与元素；while配sleep(1)做轮询监测，退出条件写日志留痕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for与while：一张图看懂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f874951f8bef3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追问：误区：range(1,10)不含10——左闭右开'含头不含尾'，数轴画一遍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一句话：for=点名册逐个念；while=哨兵盯着条件转圈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何时用：10台设备逐台采集用for；持续监控用while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B02 break与continue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break=拉闸走人；continue=跳过这个下一个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原理：break整层立即跳出（紧急止损），continue只跳过本轮进下一轮（跳过无效样本）——一个弃车保帅一个绕障前行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坏数据跳过本轮继续采；用户按停跳出全部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怎么判断：读到设备离线记录直接break终止采集；某条数据缺失/非法用continue跳过继续处理后面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if data is None: continue；if stop: break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逐行看：for r in rows: if r.offline: break 遇离线即停；if r.temp is None: continue 空温度跳过——后面print照常跑下一轮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误区：break只跳一层——双层循环里内层break管不住外层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进阶：for...else语法：循环没被break才执行else——'全部处理完'分支的优雅写法；深嵌套里break只跳一层，跨层用标志位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break与continue：一张图看懂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f9335a9c2adb8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追问：误区：break只跳一层——双层循环里内层break管不住外层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一句话：break=拉闸走人；continue=跳过这个下一个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何时用：坏数据跳过本轮继续采；用户按停跳出全部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B03 循环三要素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初始值/继续条件/每轮更新——缺一个就转成死循环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原理：循环三要素=初始化+条件+更新：缺初始化NameError、缺条件永真死循环、缺更新条件永不变化——三者闭环才健康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while手写循环的自检口诀——写前先默念三件套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怎么判断：写循环前先口述三要素：i从几开始(初始化)、到几停(条件)、怎么走(更新)——说不清就别动手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i=0 → while i&lt;10 → i+=1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逐行看：i=0 初始化；while i&lt;10 条件；循环体末尾i+=1 更新——漏掉最后这行CPU原地打转，Ctrl+C才能救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误区：忘i+=1死循环——急救Ctrl+C；写while先想'怎么退出来'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进阶：死循环排查：看条件里的变量在体内有没有被更新；for天然自带三要素，能for尽量不用while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循环三要素：一张图看懂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c2d0d55dd358f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追问：误区：忘i+=1死循环——急救Ctrl+C；写while先想'怎么退出来'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一句话：初始值/继续条件/每轮更新——缺一个就转成死循环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何时用：while手写循环的自检口诀——写前先默念三件套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本章聚焦：循环与函数——重点： · for与while的选择依据；函数…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双层循环+统计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stats = {d["id"]: {2:0, 3:0}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双层循环模拟多设备多周期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双层循环模拟多设备多周期——应用：见工单starter与教师参考实现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封装check_dev…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封装check_device/alarm两函数——应用：见工单st…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统计各设备各级告警次数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统计各设备各级告警次数——应用：见工单starter与教师参考实现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固定seed保证结果可…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固定seed保证结果可复现——应用：见工单starter与教师参考…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双层循环+统计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stats = {d["id"]: {2:0, 3:0} for d in devices}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for d in devices: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for _ in range(10):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t = d["base"] + random.uniform(-8, 15)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lv = check_device(d, t)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if lv: stats[d["id"]][lv] += 1; alarm(d, lv, 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死循环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while条件永真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补更新语句+Ctrl+C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KeyError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统计键未初始化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先建{2:0,3:0}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函数内改不了外面变量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作用域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用return传值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本章聚焦：循环与函数——重点： · for与while的选择依据；函数…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0.2b · 工业实时告警系统Ⅱ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列表+字典组织3台设备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双层循环: 设备×10周期(random模拟)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check_device/alarm两函数封装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循环跑通+2函数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统计报告正确；函数≤15行/个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防抖动+while版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786735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78673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达标：统计准确+无死循环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连续3次≥95才停机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while版持续监测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重构对比说明收益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循环+统计完整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达标：报告正确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3设备×10周期循环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两函数封装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告警统计报告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单循环跑通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492590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49259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达标：能出10轮结果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一设备10周期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调用check函数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打印每轮状态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跟做循环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达标：能改周期数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运行示例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range(10)改5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看输出减半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课堂教法：四步法（第1-6周）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时长/课时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原理+工业背景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27782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实时代码演示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762756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模仿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跟做保底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697730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练习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0410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316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独立+小步成功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67842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77900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决策纪律：第7周起切换为完整六步法（资讯·计划课前线上）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range(1,10,2)生成哪些数？死循环怎么避免？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循环跑通+2函数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统计报告正确；函数≤15行/个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a48ae0a2c9465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for与while：for=点名册逐个念；while=哨兵盯着条件…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break与continue：break=拉闸走人；continue=跳过这…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循环三要素：初始值/继续条件/每轮更新——缺一个就转成死循环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①工单0.2b收尾跑绿并上传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完成工单项目0.2（下）完整版《工业实时告警系统》：优秀标准实现多条件嵌套、≥2个告警函数、循环告警测试、规范率≥85%；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重构上周代码：将重复判断改写为函数；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预习类与对象的概念。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学号_姓名_W03.py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把重复劳动交给函数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台账、告警的数据散落各处，改一台设备要翻三个文件。李姐感叹：'要是设备信息能像身份证一样一人一张卡。'——工单0.3：学会用'类'给设备建模。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工单0.2b跑绿并上传学习平台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把重复劳动交给函数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W03-05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让程序自己跑起来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