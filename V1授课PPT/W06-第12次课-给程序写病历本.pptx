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W06 · 第12次课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给程序写病历本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0.5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2013839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2013839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健壮的工业数据采集程序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采集程序现场常因文件缺失/格式错误崩溃。要求“出错不停机、留痕可追溯”；本课含中期诊断。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logging比print好在哪？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477D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异常与日志——重点：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try/except/finally的执行流程；常见异常类…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父类属性丢失：忘调super().__init__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修法：补上super调用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D6D7E"/>
                </a:solidFill>
                <a:latin typeface="Microsoft YaHei"/>
                <a:ea typeface="Microsoft YaHei"/>
              </a:rPr>
              <a:t>本节主线：异常=运行时错误对象；类型即线索——应用：见工单start… / try/except/else/finally四段结构 / 精确捕获：FileNotFoundError/ValueE…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掌握try/except/finally异常处理结构；掌握logging日志模块的基本使用；了解程序调试的常用方法。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能够编写捕获≥3种异常并记录日志的健壮采集程序；能够使用日志定位问题；代码规范率≥80%。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树立“程序会出错”的工程危机意识，培养防患于未然的健壮性设计习惯。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624787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624787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1.采集统计输出(成功…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47132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4713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2.脏数据写入bad_…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65709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6570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3.中期自评问卷+教师…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本章聚焦：异常与日志——重点： · try/except/finall…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禁裸except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('裸except(不写类型)会吞掉一切包括KeyboardInt…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logging三级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('logging按级别分流：DEBUG排查细节、INFO正常运行…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finally收尾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("finally无论try里return/break/异常还是正…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B04 禁裸except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裸except=把警报器全拆了——连Ctrl+C都吞程序杀不死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原理：裸except(不写类型)会吞掉一切包括KeyboardInterrupt和SystemExit—— Ctrl+C都杀不死程序，是最危险的写法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新手最危险写法：except: pass——错误静默埋雷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怎么判断：课堂铁律：except后面必须跟类型——裸except直接打回重写（工单评分扣分项）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except Exception as e: print(e) 至少留痕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逐行看：except: 任何异常都进这里包括你想中断的——程序'看起来稳了'实则病根被掩盖；except ValueError: 才是处置你预期的病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误区：以为吞错程序更稳——恰恰相反，吞错让bug藏到最深处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进阶：最低限度写except Exception，并在体内logging.exception留全栈——'宽网+留痕'是裸except的唯一救赎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禁裸except：一张图看懂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12b87092076cb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追问：误区：以为吞错程序更稳——恰恰相反，吞错让bug藏到最深处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一句话：裸except=把警报器全拆了——连Ctrl+C都吞程序杀不死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何时用：新手最危险写法：except: pass——错误静默埋雷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B05 logging三级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logging=车间广播系统：INFO日常/WARNING注意/ERROR出事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原理：logging按级别分流：DEBUG排查细节、INFO正常运行、WARNING异常苗头、ERROR故障发生、CRITICAL停线事故——级别是分发开关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print混在结果里没法关——logging按级分流可开关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怎么判断：print是无差别喊话（上线后删不干净）；logging是分级广播—— WARNING以上进日志文件，ERROR额外发通知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logging.error(f'设备{code}连接失败')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逐行看：logging.basicConfig(level=logging.INFO, filename='run.log') 一次配置全局生效；log.warning('温度接近阈值:%s',te…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误区：忘basicConfig看不见输出——先配级别再打日志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进阶：logging.exception('x')自动附全栈——except块里就用它；进阶按模块分logger、RotatingFileHandler日志轮转防爆盘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logging三级：一张图看懂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fa04ada9fd7f1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追问：误区：忘basicConfig看不见输出——先配级别再打日志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一句话：logging=车间广播系统：INFO日常/WARNING注意/ERROR出事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何时用：print混在结果里没法关——logging按级分流可开关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B06 finally收尾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finally=无论成败必做的鞠躬——关文件断连接写统计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原理：finally无论try里return/break/异常还是正常跑完都执行——'无论如何都要做'的收尾专区（关文件/断连接/释放锁）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资源不泄漏：采集崩了连接也得断干净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怎么判断：采集程序断电/断网也要留下的现场清理——'程序摔了还能自己收拾残局'的保障段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finally: f.close() ——或直接用with替代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逐行看：finally: conn.close() 即使except里return了，连接照样关——这就是'病历本'之外的安全带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误区：with open就是自动版finally——优先with，finally兜底非with场景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进阶：现代Python优先用with open(...) as f自动收尾（上下文管理器），finally留给with罩不住的场景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finally收尾：一张图看懂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b57030318eb2c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追问：误区：with open就是自动版finally——优先with，finally兜…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一句话：finally=无论成败必做的鞠躬——关文件断连接写统计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何时用：资源不泄漏：采集崩了连接也得断干净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本章聚焦：异常与日志——重点： · try/except/finall…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健壮读取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try: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配置双输出日志(控制台…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配置双输出日志(控制台+文件)——应用：见工单starter与教师…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捕获多类型异常并分级记录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捕获多类型异常并分级记录——应用：见工单starter与教师参考实现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输出采集统计(成功/跳…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输出采集统计(成功/跳过/失败)——应用：见工单starter与教…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脏数据写入bad_re…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脏数据写入bad_records备查——应用：见工单starter…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健壮读取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try: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t, p = line.split(","); float(t); float(p)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log.info("第%d条成功:%s", i, line); ok += 1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except ValueError: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log.warning("脏数据跳过:%r", line); skip += 1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finally: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pass                       # 收尾:写统计/关资源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裸except吞异常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连Ctrl+C都拦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写明异常类型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日志中文乱码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编码缺省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FileHandler(encoding='utf-8')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except里pass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错误被掩盖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至少log.error记录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本章聚焦：异常与日志——重点： · try/except/finall…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0.5 · 健壮的工业数据采集程序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采集统计输出(成功/跳过/失败)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脏数据写入bad_records.csv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中期自评问卷+教师快问快答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≥2种异常+基本日志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统计正确；脏数据可追溯+规范率≥90%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断点续采+bad_records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73813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73813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达标：3异常+可定位日志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脏数据写csv备查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异常后从断点继续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日志带行号定位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完整健壮程序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459339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45933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达标：3异常+finally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日志双输出配置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try/except/finally完整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统计输出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基础捕获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610248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61024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达标：2异常+基本日志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捕获文件缺失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捕获转换错误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WARNING记录跳过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故障注入体验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达标：能读日志定位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删数据文件触发异常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看日志ERROR行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恢复文件再跑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课堂教法：四步法（第1-6周）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时长/课时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原理+工业背景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27782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2882646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实时代码演示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762756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模仿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3817620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跟做保底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697730"/>
            <a:ext cx="11240719" cy="870966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练习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0410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10min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4752594"/>
            <a:ext cx="3527450" cy="76123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独立+小步成功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67842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77900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决策纪律：第7周起切换为完整六步法（资讯·计划课前线上）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logging比print好在哪？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≥2种异常+基本日志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统计正确；脏数据可追溯+规范率≥90%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66ed66b0559b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禁裸except：裸except=把警报器全拆了——连Ctrl+…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logging三级：logging=车间广播系统：INFO日常/W…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finally收尾：finally=无论成败必做的鞠躬——关文件断…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①工单0.5收尾跑绿并上传 ②错题本记1条 ③预习微课+导学单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完成工单项目0.5《健壮的工业数据采集程序》：及格标准处理≥2种异常+基本日志；优秀标准≥3种异常+try/except/finally完整+日志可追踪；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完成中期自评表与学习计划修订；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预习列表与字典容器。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学号_姓名_W06.py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用容器装下整条产线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车间数据三张皮：设备报文、CSV台账、JSON配置互不相认。集团数据中台来函要求统一格式上报——工单1.1：写一个格式转换器，让三种方言说普通话。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工单0.5跑绿并上传学习平台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用容器装下整条产线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W06-12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给程序写病历本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