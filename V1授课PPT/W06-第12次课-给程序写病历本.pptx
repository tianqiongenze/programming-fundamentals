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77" r:id="rId28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6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07688"/>
            <a:ext cx="5029200" cy="384262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2611282" cy="289559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2611282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Python编程基础 · 12周·48课时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670F"/>
                </a:solidFill>
                <a:latin typeface="Microsoft YaHei"/>
                <a:ea typeface="Microsoft YaHei"/>
              </a:rPr>
              <a:t>W06 · 第12次课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给程序写病历本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905377" cy="27749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905377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0.5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82617" y="3931920"/>
            <a:ext cx="2013839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82617" y="3931920"/>
            <a:ext cx="2013839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健壮的工业数据采集程序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318845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318845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本节（下）：优化与评价 · 复盘冲刺 + 三层质检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采集程序现场常因文件缺失/格式错误崩溃。要求“出错不停机、留痕可追溯”；本课含中期诊断。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课前回顾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W06-12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02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616979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61697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RECAP · 课前五分钟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上次课你带走了什么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先测后讲：两道口头快答，答不上就翻回上节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44752"/>
            <a:ext cx="603504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6656" y="1572768"/>
            <a:ext cx="777240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1572768"/>
            <a:ext cx="77724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快答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1865376"/>
            <a:ext cx="56235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logging比print好在哪？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2414016"/>
            <a:ext cx="562356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提示：回看上节'四要素详解'页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39128" y="1444752"/>
            <a:ext cx="4977079" cy="141732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58584" y="155448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4477D"/>
                </a:solidFill>
                <a:latin typeface="Microsoft YaHei"/>
                <a:ea typeface="Microsoft YaHei"/>
              </a:rPr>
              <a:t>本周重点回顾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8584" y="1920240"/>
            <a:ext cx="4538167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2833"/>
                </a:solidFill>
                <a:latin typeface="Microsoft YaHei"/>
                <a:ea typeface="Microsoft YaHei"/>
              </a:rPr>
              <a:t>· 异常与日志——重点：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8584" y="2359152"/>
            <a:ext cx="4538167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2833"/>
                </a:solidFill>
                <a:latin typeface="Microsoft YaHei"/>
                <a:ea typeface="Microsoft YaHei"/>
              </a:rPr>
              <a:t>· try/except/finally的执行流程；常见异常类…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39128" y="2999232"/>
            <a:ext cx="4977079" cy="1207008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58584" y="310896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8A6D1D"/>
                </a:solidFill>
                <a:latin typeface="Microsoft YaHei"/>
                <a:ea typeface="Microsoft YaHei"/>
              </a:rPr>
              <a:t>上节最容易踩的坑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8584" y="3456432"/>
            <a:ext cx="4538167" cy="67665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>
                <a:solidFill>
                  <a:srgbClr val="8A6D1D"/>
                </a:solidFill>
                <a:latin typeface="Microsoft YaHei"/>
                <a:ea typeface="Microsoft YaHei"/>
              </a:rPr>
              <a:t>父类属性丢失：忘调super().__init__
</a:t>
            </a:r>
            <a:r>
              <a:rPr sz="1100" b="0">
                <a:solidFill>
                  <a:srgbClr val="17855A"/>
                </a:solidFill>
                <a:latin typeface="Microsoft YaHei"/>
                <a:ea typeface="Microsoft YaHei"/>
              </a:rPr>
              <a:t>修法：补上super调用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4443984"/>
            <a:ext cx="11240719" cy="1097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4562856"/>
            <a:ext cx="1088136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本节（下）：优化与评价——错误复盘 + B/A层冲刺 + 三层质检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983480"/>
            <a:ext cx="10881360" cy="47548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D6D7E"/>
                </a:solidFill>
                <a:latin typeface="Microsoft YaHei"/>
                <a:ea typeface="Microsoft YaHei"/>
              </a:rPr>
              <a:t>本节主线：异常=运行时错误对象；类型即线索——应用：见工单start… / try/except/else/finally四段结构 / 精确捕获：FileNotFoundError/ValueE…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W06-12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03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知识目标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掌握try/except/finally异常处理结构；掌握logging日志模块的基本使用；了解程序调试的常用方法。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能够编写捕获≥3种异常并记录日志的健壮采集程序；能够使用日志定位问题；代码规范率≥80%。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素质目标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树立“程序会出错”的工程危机意识，培养防患于未然的健壮性设计习惯。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4477D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624787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624787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1.采集统计输出(成功…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13834" y="4535424"/>
            <a:ext cx="1471320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13834" y="4535424"/>
            <a:ext cx="14713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2.脏数据写入bad_…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77860" y="4535424"/>
            <a:ext cx="1657096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77860" y="4535424"/>
            <a:ext cx="16570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3.中期自评问卷+教师…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本章聚焦：异常与日志——重点： · try/except/finall…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禁裸except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('裸except(不写类型)会吞掉一切包括KeyboardInt…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logging三级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('logging按级别分流：DEBUG排查细节、INFO正常运行…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finally收尾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("finally无论try里return/break/异常还是正…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670F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W06-12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W06-12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05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B04 禁裸except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裸except=把警报器全拆了——连Ctrl+C都吞程序杀不死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原理：裸except(不写类型)会吞掉一切包括KeyboardInterrupt和SystemExit—— Ctrl+C都杀不死程序，是最危险的写法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新手最危险写法：except: pass——错误静默埋雷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怎么判断：课堂铁律：except后面必须跟类型——裸except直接打回重写（工单评分扣分项）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Consolas"/>
                <a:ea typeface="Microsoft YaHei"/>
              </a:rPr>
              <a:t>except Exception as e: print(e) 至少留痕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Consolas"/>
                <a:ea typeface="Microsoft YaHei"/>
              </a:rPr>
              <a:t>逐行看：except: 任何异常都进这里包括你想中断的——程序'看起来稳了'实则病根被掩盖；except ValueError: 才是处置你预期的病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误区：以为吞错程序更稳——恰恰相反，吞错让bug藏到最深处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进阶：最低限度写except Exception，并在体内logging.exception留全栈——'宽网+留痕'是裸except的唯一救赎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W06-12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06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禁裸except：一张图看懂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212b87092076cb2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先想清楚数据从哪来到哪去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每一步只做一件事，错了好定位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追问：误区：以为吞错程序更稳——恰恰相反，吞错让bug藏到最深处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C2833"/>
                </a:solidFill>
                <a:latin typeface="Microsoft YaHei"/>
                <a:ea typeface="Microsoft YaHei"/>
              </a:rPr>
              <a:t>一句话：裸except=把警报器全拆了——连Ctrl+C都吞程序杀不死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何时用：新手最危险写法：except: pass——错误静默埋雷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W06-12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07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B05 logging三级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logging=车间广播系统：INFO日常/WARNING注意/ERROR出事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原理：logging按级别分流：DEBUG排查细节、INFO正常运行、WARNING异常苗头、ERROR故障发生、CRITICAL停线事故——级别是分发开关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print混在结果里没法关——logging按级分流可开关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怎么判断：print是无差别喊话（上线后删不干净）；logging是分级广播—— WARNING以上进日志文件，ERROR额外发通知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Consolas"/>
                <a:ea typeface="Microsoft YaHei"/>
              </a:rPr>
              <a:t>logging.error(f'设备{code}连接失败')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Consolas"/>
                <a:ea typeface="Microsoft YaHei"/>
              </a:rPr>
              <a:t>逐行看：logging.basicConfig(level=logging.INFO, filename='run.log') 一次配置全局生效；log.warning('温度接近阈值:%s',te…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误区：忘basicConfig看不见输出——先配级别再打日志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进阶：logging.exception('x')自动附全栈——except块里就用它；进阶按模块分logger、RotatingFileHandler日志轮转防爆盘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W06-12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08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logging三级：一张图看懂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624889"/>
            <a:ext cx="7278624" cy="323331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2fa04ada9fd7f1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52321"/>
            <a:ext cx="7223760" cy="317845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四个名字四个值：换值即换型（动态类型）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贴标签顺序任意，但先用必先贴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追问：误区：忘basicConfig看不见输出——先配级别再打日志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C2833"/>
                </a:solidFill>
                <a:latin typeface="Microsoft YaHei"/>
                <a:ea typeface="Microsoft YaHei"/>
              </a:rPr>
              <a:t>一句话：logging=车间广播系统：INFO日常/WARNING注意/ERROR出事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何时用：print混在结果里没法关——logging按级分流可开关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W06-12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09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B06 finally收尾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finally=无论成败必做的鞠躬——关文件断连接写统计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原理：finally无论try里return/break/异常还是正常跑完都执行——'无论如何都要做'的收尾专区（关文件/断连接/释放锁）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资源不泄漏：采集崩了连接也得断干净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怎么判断：采集程序断电/断网也要留下的现场清理——'程序摔了还能自己收拾残局'的保障段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Consolas"/>
                <a:ea typeface="Microsoft YaHei"/>
              </a:rPr>
              <a:t>finally: f.close() ——或直接用with替代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Consolas"/>
                <a:ea typeface="Microsoft YaHei"/>
              </a:rPr>
              <a:t>逐行看：finally: conn.close() 即使except里return了，连接照样关——这就是'病历本'之外的安全带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误区：with open就是自动版finally——优先with，finally兜底非with场景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进阶：现代Python优先用with open(...) as f自动收尾（上下文管理器），finally留给with罩不住的场景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W06-12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10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finally收尾：一张图看懂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7b57030318eb2c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先想清楚数据从哪来到哪去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每一步只做一件事，错了好定位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追问：误区：with open就是自动版finally——优先with，finally兜…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C2833"/>
                </a:solidFill>
                <a:latin typeface="Microsoft YaHei"/>
                <a:ea typeface="Microsoft YaHei"/>
              </a:rPr>
              <a:t>一句话：finally=无论成败必做的鞠躬——关文件断连接写统计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何时用：资源不泄漏：采集崩了连接也得断干净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本章聚焦：异常与日志——重点： · try/except/finall…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健壮读取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try: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配置双输出日志(控制台…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配置双输出日志(控制台+文件)——应用：见工单starter与教师…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捕获多类型异常并分级记录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捕获多类型异常并分级记录——应用：见工单starter与教师参考实现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输出采集统计(成功/跳…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输出采集统计(成功/跳过/失败)——应用：见工单starter与教…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脏数据写入bad_re…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脏数据写入bad_records备查——应用：见工单starter…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670F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W06-12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W06-12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12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健壮读取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0F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try: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t, p = line.split(","); float(t); float(p)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log.info("第%d条成功:%s", i, line); ok += 1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except ValueError: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log.warning("脏数据跳过:%r", line); skip += 1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finally: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pass                       # 收尾:写统计/关资源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W06-12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13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裸except吞异常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连Ctrl+C都拦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写明异常类型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日志中文乱码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编码缺省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FileHandler(encoding='utf-8')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except里pass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错误被掩盖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至少log.error记录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本章聚焦：异常与日志——重点： · try/except/finall…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670F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W06-12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W06-12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15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工单 0.5 · 健壮的工业数据采集程序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采集统计输出(成功/跳过/失败)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脏数据写入bad_records.csv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中期自评问卷+教师快问快答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144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144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144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≥2种异常+基本日志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5670F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统计正确；脏数据可追溯+规范率≥90%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W06-12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16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断点续采+bad_records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1738137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1738137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达标：3异常+可定位日志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脏数据写csv备查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异常后从断点继续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日志带行号定位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完整健壮程序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459339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459339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达标：3异常+finally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日志双输出配置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try/except/finally完整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统计输出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F5670F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基础捕获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610248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610248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达标：2异常+基本日志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捕获文件缺失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捕获转换错误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WARNING记录跳过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14477D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故障注入体验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461897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461897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达标：能读日志定位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删数据文件触发异常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看日志ERROR行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恢复文件再跑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W06-12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17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课堂教法：四步法（第1-6周）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步骤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时长/课时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9028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要点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92808"/>
            <a:ext cx="11240719" cy="87096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1947672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0410" y="1947672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10min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7316" y="1947672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>原理+工业背景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27782"/>
            <a:ext cx="11240719" cy="870966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2882646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0410" y="2882646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10min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7316" y="2882646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>实时代码演示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762756"/>
            <a:ext cx="11240719" cy="87096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3817620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模仿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50410" y="3817620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10min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7316" y="3817620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>跟做保底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697730"/>
            <a:ext cx="11240719" cy="870966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" y="4752594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练习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50410" y="4752594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10min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7316" y="4752594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>独立+小步成功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5678424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" y="5779008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4477D"/>
                </a:solidFill>
                <a:latin typeface="Microsoft YaHei"/>
                <a:ea typeface="Microsoft YaHei"/>
              </a:rPr>
              <a:t>决策纪律：第7周起切换为完整六步法（资讯·计划课前线上）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W06-12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18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C2833"/>
                </a:solidFill>
                <a:latin typeface="Microsoft YaHei"/>
                <a:ea typeface="Microsoft YaHei"/>
              </a:rPr>
              <a:t>logging比print好在哪？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4477D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≥2种异常+基本日志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统计正确；脏数据可追溯+规范率≥90%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W06-12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19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e66ed66b0559b2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禁裸except：裸except=把警报器全拆了——连Ctrl+…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logging三级：logging=车间广播系统：INFO日常/W…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finally收尾：finally=无论成败必做的鞠躬——关文件断…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①工单0.5收尾跑绿并上传 ②错题本记1条 ③预习微课+导学单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W06-12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20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1C2833"/>
                </a:solidFill>
                <a:latin typeface="Microsoft YaHei"/>
                <a:ea typeface="Microsoft YaHei"/>
              </a:rPr>
              <a:t>1. 完成工单项目0.5《健壮的工业数据采集程序》：及格标准处理≥2种异常+基本日志；优秀标准≥3种异常+try/except/finally完整+日志可追踪；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523744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23744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2505456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2. 完成中期自评表与学习计划修订；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90672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90672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3072384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3. 预习列表与字典容器。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学号_姓名_W06.py + 运行截图（含文件名）+ 工单决策记录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用容器装下整条产线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车间数据三张皮：设备报文、CSV台账、JSON配置互不相认。集团数据中台来函要求统一格式上报——工单1.1：写一个格式转换器，让三种方言说普通话。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4477D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工单0.5跑绿并上传学习平台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下次课 → 用容器装下整条产线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W06-12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本讲对应工单：《程序设计基础》分层任务工单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给程序写病历本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