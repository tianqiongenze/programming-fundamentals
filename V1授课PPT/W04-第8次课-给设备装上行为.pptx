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7" r:id="rId2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W04 · 第8次课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给设备装上行为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1394587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139458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工业设备类设计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设备台账扩至数十台，散装变量难维护。用“类”给设备建模：属性=铭牌，方法=操作。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属性为什么必须写在__init__里？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类与对象——重点：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类的定义语法与__init__方法；属性与方法的封装；对象…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死循环：while条件永真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修法：补更新语句+Ctrl+C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本节主线：类=图纸；实例=按图纸造的产品——应用：见工单starte… / __init__构造方法；self=实例自身——应用：见工… / 实例属性写__init__内(独立内存)——应用：见工单s…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624787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62478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1.方法含状态校验(重…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2400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2400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2.print(对象)…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30553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30553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3.对象内存图手绘(i…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本章聚焦：类与对象——重点： · 类的定义语法与__init__方法…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方法调用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('方法调用d1.start()的真相：Python翻译成Devi…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__str__可读化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('__str__定义print(对象)时显示什么——默认是一串内…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状态校验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("状态校验=方法入口先检查合法性再干活：已运行的设备再start…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方法调用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方法=类里装的技能；d.start()=让这台设备执行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原理：方法调用d1.start()的真相：Python翻译成Device.start(d1)——self接收的就是点号前面的实例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启动/停止/读数——行为与数据装在一起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怎么判断：动作类逻辑（启动/停止/自检）写成方法而非外部函数——数据和行为绑在一起才是对象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def start(self): self.running=True → d.start()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逐行看：d1.start() 点号即'对这台设备执行'；等价Device.start(d1) 显式传实例——看懂这个等价，self的谜团就解了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误区：方法里改self属性=改这台设备状态——这正是对象的 value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进阶：classmethod Alternative构造器（Device.from_csv(row)）、staticmethod纯工具函数——三种方法按'要不要实例'选型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方法调用：一张图看懂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0b355d5236a8b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追问：误区：方法里改self属性=改这台设备状态——这正是对象的 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一句话：方法=类里装的技能；d.start()=让这台设备执行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何时用：启动/停止/读数——行为与数据装在一起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__str__可读化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__str__=设备的自我介绍：print时说人话不报内存地址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原理：__str__定义print(对象)时显示什么——默认是一串内存地址，重写后人一眼读懂设备状态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调试台账输出——不再看到&lt;__main__.Device at 0x…&gt;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怎么判断：调试与巡检时print(d)想直接看到'P3 运行中 78.5℃'——就该重写__str__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def __str__(self): return f'{self.code} {self.temp}℃'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逐行看：def __str__(self): return f'{self.dev_id} {self.status} {self.temp}℃'——print(d1)立刻输出可读台账行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误区：__str__必须return字符串——return数字也TypeError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进阶：__repr__给开发者看（交互式回显），__str__给用户看（print）——两个都写才是专业做法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__str__可读化：一张图看懂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dae83f632f629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追问：误区：__str__必须return字符串——return数字也TypeError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一句话：__str__=设备的自我介绍：print时说人话不报内存地址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何时用：调试台账输出——不再看到&lt;__main__.Device at 0x…&gt;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状态校验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状态机=设备只走合法路线：停机才能启动，运行中拒重复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原理：状态校验=方法入口先检查合法性再干活：已运行的设备再start()应被拒绝——把'不该发生的操作'挡在状态机门口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把'不许重复启动'规则关进类里——外部想错都难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怎么判断：任何带状态的对象（设备启停、登录登出）的方法都该先验状态——防重复启动/非法停止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if self.running: print('已在运行') else: 启动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逐行看：def start(self): if self.status=='running': print('已在运行'); return —— 早返回挡住非法调用，后面的启动逻辑才执行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误区：校验散在类外各处=规则失控——封装的意义就在收权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进阶：用异常替代print（raise RuntimeError('设备已运行')）让调用方必须处理；进阶用Enum定义状态枚举防字符串手滑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状态校验：一张图看懂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e3b4c7dffdf53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追问：误区：校验散在类外各处=规则失控——封装的意义就在收权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一句话：状态机=设备只走合法路线：停机才能启动，运行中拒重复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何时用：把'不许重复启动'规则关进类里——外部想错都难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本章聚焦：类与对象——重点： · 类的定义语法与__init__方法…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设备类骨架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class Device: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设计Device类(属…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设计Device类(属性+方法)——应用：见工单starter与教…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创建多实例并演示属性隔离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创建多实例并演示属性隔离——应用：见工单starter与教师参考实现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实现启停状态校验逻辑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实现启停状态校验逻辑——应用：见工单starter与教师参考实现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用id()观察对象独立性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用id()观察对象独立性——应用：见工单starter与教师参考实现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设备类骨架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Device: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__init__(self, dev_id, name, temp=25.0):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self.dev_id, self.name, self.temp = dev_id, name, temp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self.status = "停止"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start(self):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if self.status == "运行":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    print(f"{self.name}已在运行"); return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self.status = "运行"; print(f"{self.name}启动成功")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漏self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调用报参数多一个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方法第一参数写self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属性被共享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属性写在类体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移入__init__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d.start无输出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少了括号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d.start()才调用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本章聚焦：类与对象——重点： · 类的定义语法与__init__方法…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0.3 · 工业设备类设计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方法含状态校验(重复启动提示)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print(对象)输出可读信息(__str__)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对象内存图手绘(id观察)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1类+2属性+2方法+2实例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状态校验完善；内存图正确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__str__+运行时长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963221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96322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达标：3属性3方法+docstring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实现__str__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start/stop时间差统计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输出设备报表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标准设备类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99770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9977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达标：2属性2方法2实例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完成Device类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创建2实例调用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get_status输出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最小类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64701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6470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达标：1属性1方法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补全__init__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实现start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创建1实例调用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对象体验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达标：能调用方法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再建一个对象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观察互不影响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属性为什么必须写在__init__里？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1类+2属性+2方法+2实例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状态校验完善；内存图正确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92eda8fa4ff8d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方法调用：方法=类里装的技能；d.start()=让这台…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__str__可读化：__str__=设备的自我介绍：print时说…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状态校验：状态机=设备只走合法路线：停机才能启动，运行中…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①工单0.3收尾跑绿并上传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完成工单项目0.3《工业设备类设计》：及格标准1类+2属性+2方法+2实例；优秀标准≥3属性、≥3方法、3实例并使用__init__；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用自己的话写一段“什么是对象”的理解笔记；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预习继承的概念。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学号_姓名_W04.py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设备的家族谱系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新采购的PLC和变频器到了，王主任要求新旧设备统一管理。'都是设备，但脾气不同。'——工单0.4：用继承体系让PLC、变频器各展所长又统一调度。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工单0.3跑绿并上传学习平台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设备的家族谱系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W04-08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给设备装上行为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