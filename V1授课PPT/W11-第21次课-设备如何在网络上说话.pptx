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W11 · 第21次课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设备如何在网络上说话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0138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0138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工业互联网数据采集系统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打通“现场→云端”：Modbus定时读PLC、MQTT上报。本地虚拟产线离线可跑；末期复习+项目启动。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你（小郑）的第21次出场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打通“现场→云端”：Modbus定时读PLC、MQTT上报。本地虚拟产线离线可跑；末期复习+项目启动。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1.5 · 工业互联网数据采集系统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启动虚拟产线并--check连通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pymodbus读40001-05并÷10还原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理解TCP/IP、HTTP、MQTT、Modbus协议的基础概念；掌握Socket编程基本方法；了解工业数据采集的报文结构。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9517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9517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1.启动虚拟产线并--…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2361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2361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2.pymodbus读…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46055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46055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3.每2秒×5轮采集(…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本章聚焦：网络编程——重点： · TCP客户端/服务端模型；MQTT…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Modbus寄存器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('Modbus寄存器是16位整数仓库：PLC的每个寄存器有地址(…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定点存储约定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('寄存器只认16位整数——78.5℃要拆成785（放大10倍存）…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pymodbus读寄存器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('pymodbus客户端三步：连IP端口→read_holdin…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Modbus寄存器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寄存器=PLC的储物柜编号：40001起按地址读数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原理：Modbus寄存器是16位整数仓库：PLC的每个寄存器有地址(40001起)，读写按地址存取——工控领域最通用协议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五测点(温度/压力/振动/转速/状态)固定地址——通信的门牌号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怎么判断：虚拟设备模拟：pymodbus开服务端把温度'放'进寄存器，客户端按地址读——现场PLC同构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client.read_holding_registers(address=0, count=5)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逐行看：from pymodbus.server import StartTcpServer 模拟器；context块里定义寄存器表——HoldingRegister 40001存温度785（见B0…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误区：地址从0还是40001起两派之争——以server文档为准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进阶：功能码03读保持寄存器/06写单寄存器是两大常用码；进阶ModbusTcpClient批量read_registers一次拉一段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Modbus寄存器：一张图看懂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dbc6508c2964f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追问：误区：地址从0还是40001起两派之争——以server文档为准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一句话：寄存器=PLC的储物柜编号：40001起按地址读数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何时用：五测点(温度/压力/振动/转速/状态)固定地址——通信的门牌号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定点存储约定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定点=小数×10存整数：678其实是67.8℃——PLC不存小数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原理：寄存器只认16位整数——78.5℃要拆成785（放大10倍存），读回再÷10还原：定点数约定=双方说好的放大倍数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行业惯例：约定小数位，通信只传整数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怎么判断：温度/压力带小数都要定点化：写端×10存、读端÷10还原——约定写进数据字典，两端一致才不乱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raw=678 → real=raw/10 → 67.8℃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逐行看：写：int(temp*10)→785存寄存器；读：raw/10→78.5还原——放大倍数10是两端合同；负温用补码（进阶了解）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误区：忘除倍率→温度高10倍——对不上先查约定倍率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进阶：小数位多就×100（精度0.01）；进阶32位浮点拆两个寄存器(高16低16)组合——高精度传感常用此法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定点存储约定：一张图看懂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4e7939f97abbe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追问：误区：忘除倍率→温度高10倍——对不上先查约定倍率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一句话：定点=小数×10存整数：678其实是67.8℃——PLC不存小数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何时用：行业惯例：约定小数位，通信只传整数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pymodbus读寄存器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pymodbus=Python的Modbus翻译官——一行读PLC寄存器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原理：pymodbus客户端三步：连IP端口→read_holding_registers(地址,数量)→取.value——像查仓库货架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Modbus TCP读PLC保持寄存器——采集主链路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怎么判断：边缘网关轮询采集：每5秒读一次3号泵温度寄存器——连接复用别每轮重连（握手开销大）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rr = client.read_holding_registers(0,5)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逐行看：client=ModbusTcpClient('127.0.0.1',502) 连；rr=client.read_holding_registers(0,1) 读0号起1个；rr.regis…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误区：3.x必须关键字传参(address=/count=)——照2.x旧码抄报错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进阶：超时参数timeout=2防卡死；连接断了走重连逻辑（try+close+connect）；进阶异步客户端AsyncModbusTcpClient高并发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pymodbus读寄存器：一张图看懂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e5fe17571a70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追问：误区：3.x必须关键字传参(address=/count=)——照2.x旧码抄报错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一句话：pymodbus=Python的Modbus翻译官——一行读PLC寄存器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何时用：Modbus TCP读PLC保持寄存器——采集主链路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本章聚焦：网络编程——重点： · TCP客户端/服务端模型；MQTT…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采集+上报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rr = c.read_holding_registers…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连接虚拟PLC读取寄存器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连接虚拟PLC读取寄存器——应用：见工单starter与教师参考实现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paho-mqtt发布…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paho-mqtt发布JSON消息——应用：见工单starter与…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异常重试与日志记录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异常重试与日志记录——应用：见工单starter与教师参考实现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订阅回环验证消息到达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订阅回环验证消息到达——应用：见工单starter与教师参考实现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采集+上报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rr = c.read_holding_registers(address=0, count=5)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vals = rr.registers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data = {n: v/10 for n, v in zip(NAMES[:4], vals[:4])}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payload = json.dumps({"device_id":"DEV-1",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"ts": time.strftime("%H:%M:%S"), "metrics":data},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ensure_ascii=False)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mq.publish("device/1/status", payload)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连不上PLC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模拟器没启动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先跑虚拟产线--check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数值大10倍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忘了÷10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寄存器定点换算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publish后无消息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立刻退出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sleep 0.3再退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本章聚焦：网络编程——重点： · TCP客户端/服务端模型；MQTT…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1.5 · 工业互联网数据采集系统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启动虚拟产线并--check连通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pymodbus读40001-05并÷10还原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每2秒×5轮采集(JSON含ts)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Modbus读+MQTT发布成功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5轮完整+JSON规范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回环验证+重连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374932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37493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达标：规范率≥90%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订阅自己主题打印回执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断线重试逻辑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消息结构优化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五轮采集上报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23283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2328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达标：JSON结构规范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读5寄存器÷10还原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5轮循环采集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MQTT发布JSON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单次采集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达标：能读出数值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连PLC读一次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打印还原值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单条MQTT发布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模拟器体验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达标：能改端口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--check连通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换5021再读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记录两台数据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决策：轮询间隔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间隔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数据量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实时性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2s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MQTT主题device/+/status中的+是什么意思？寄存器读数678代表多少℃？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Modbus读+MQTT发布成功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5轮完整+JSON规范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45b27bee8cbe5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Modbus寄存器：寄存器=PLC的储物柜编号：40001起按地址…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定点存储约定：定点=小数×10存整数：678其实是67.8℃…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pymodbus读寄存器：pymodbus=Python的Modbus翻…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①工单1.5收尾跑绿并上传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完成综合项目需求分析与分工计划；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复习全课程知识清单，准备综合项目答辩。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学号_姓名_W11.py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从虚拟设备采数到云端上报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从虚拟设备采数到云端上报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W11-21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设备如何在网络上说话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