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7" r:id="rId2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W11 · 第22次课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从虚拟设备采数到云端上报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05377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0537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1.5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617" y="3931920"/>
            <a:ext cx="2013839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617" y="3931920"/>
            <a:ext cx="2013839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工业互联网数据采集系统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打通“现场→云端”：Modbus定时读PLC、MQTT上报。本地虚拟产线离线可跑；末期复习+项目启动。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pymodbus 3.x返回值怎么取数？publish后立刻退出会怎样？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477D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网络编程——重点：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TCP客户端/服务端模型；MQTT主题与QoS概念；Mod…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PDF中文空白：字体未注册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修法：registerFont+setFont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D6D7E"/>
                </a:solidFill>
                <a:latin typeface="Microsoft YaHei"/>
                <a:ea typeface="Microsoft YaHei"/>
              </a:rPr>
              <a:t>本节主线：Modbus寄存器：40001-40005五测点——应用：… / 数值×10定点存储：678=67.8℃——应用：见工单st… / pymodbus：read_holding_registe…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理解TCP/IP、HTTP、MQTT、Modbus协议的基础概念；掌握Socket编程基本方法；了解工业数据采集的报文结构。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能够完成Modbus连接读取与MQTT消息发布；能够编写完整的工业互联网数据采集系统；代码规范率≥90%。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建立网络通信的调试排障思维（连通性→配置→代码），培养工业现场“协议就是语言”的规范意识。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097076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09707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1.paho-mqtt…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584401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58440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2.断线重试+异常日志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61671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61671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3.末期复习自测20题…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本章聚焦：网络编程——重点： · TCP客户端/服务端模型；MQTT…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MQTT主题路由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('MQTT是发布/订阅模型：设备只管往主题发(publish)，…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JSON消息含时间戳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("JSON消息带时间戳=数据自带'出生证明'：{dev_id,t…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排错三步法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('排错三步法=先物理(ping通吗)→再协议(端口/地址对吗)→…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B04 MQTT主题路由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MQTT=广播电台：主题=频道，发布订阅各取所需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原理：MQTT是发布/订阅模型：设备只管往主题发(publish)，谁关心谁订阅(subscribe)——发送方与接收方互不认识，靠broker中转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一个采集器发布，多个监控端订阅——一对多广播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怎么判断：多设备上报一个平台、平台分组下发：主题按'工厂/车间/设备/属性'分层命名——topic即路由表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publish('device/1/status', json_msg)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逐行看：publish('ljsz/plant1/pump3/temp','78.5') 发布；subscribe('ljsz/plant1/+/temp') 通配符订阅全车间温度——+单层、#多层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误区：主题乱起名难管理——层级命名device/1/status是惯例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进阶：QoS 0最多一次/1至少一次/2恰好一次——告警用QoS1防丢；retain=True保留最后一条，新订阅者秒拿最新值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MQTT主题路由：一张图看懂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3d96007a3af78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追问：误区：主题乱起名难管理——层级命名device/1/status是惯例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一句话：MQTT=广播电台：主题=频道，发布订阅各取所需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何时用：一个采集器发布，多个监控端订阅——一对多广播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B05 JSON消息含时间戳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ts时间戳=消息的出生证明——排序追溯全靠它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原理：JSON消息带时间戳=数据自带'出生证明'：{dev_id,temp,ts}三元组——没有ts的数据无法回溯与对账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监控端按时间画曲线/排查先后顺序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怎么判断：一切上报消息必带ts（毫秒时间戳）——离线补传时按ts排序还原真实时序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msg={'id':'DEV-1','ts':time.time(),…}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逐行看：msg={'dev':'P3','temp':78.5,'ts':int(time.time()*1000)} 组消息；json.dumps后publish——消费端按ts去重+排序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误区：靠接收时间排序——网络延迟会歪曲时序，ts放消息体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进阶：时间戳统一毫秒int（跨系统对齐）；进阶ISO8601字符串带时区（'2026-09-28T08:00:00+08:00'）人类可读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JSON消息含时间戳：一张图看懂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f44e09a41b516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追问：误区：靠接收时间排序——网络延迟会歪曲时序，ts放消息体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一句话：ts时间戳=消息的出生证明——排序追溯全靠它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何时用：监控端按时间画曲线/排查先后顺序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B06 排错三步法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排错三步=从外到内剥洋葱：ping通→端口通→代码通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原理：排错三步法=先物理(ping通吗)→再协议(端口/地址对吗)→后数据(格式/值对吗)——从底层往上排，别上来就改代码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网络采集故障的分层排查——每层排除再进下一层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怎么判断：采不上数的标准排查序：网线/IP→502端口/寄存器地址→定点倍数/编码——九成故障停在前两层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ping 192.168.x.x → 测502端口 → 查pymodbus报错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逐行看：ping 192.168.1.10 不通查网线；telnet ip 502 拒绝查服务；读到32767明显是定点倍数错——分层定位三分钟见分晓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误区：一上来改代码——先ping再说，80%是网络层的事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进阶：抓包Wireshark过滤modbus/mqtt看真实字节流——终极武器；日志埋点记录每轮采集成败率做趋势监控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排错三步法：一张图看懂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98f028aca8a419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追问：误区：一上来改代码——先ping再说，80%是网络层的事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一句话：排错三步=从外到内剥洋葱：ping通→端口通→代码通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何时用：网络采集故障的分层排查——每层排除再进下一层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本章聚焦：网络编程——重点： · TCP客户端/服务端模型；MQTT…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采集+上报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rr = c.read_holding_registers…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连接虚拟PLC读取寄存器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连接虚拟PLC读取寄存器——应用：见工单starter与教师参考实现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paho-mqtt发布…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paho-mqtt发布JSON消息——应用：见工单starter与…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异常重试与日志记录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异常重试与日志记录——应用：见工单starter与教师参考实现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订阅回环验证消息到达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订阅回环验证消息到达——应用：见工单starter与教师参考实现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采集+上报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rr = c.read_holding_registers(address=0, count=5)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vals = rr.registers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data = {n: v/10 for n, v in zip(NAMES[:4], vals[:4])}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payload = json.dumps({"device_id":"DEV-1",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"ts": time.strftime("%H:%M:%S"), "metrics":data},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ensure_ascii=False)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mq.publish("device/1/status", payload)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连不上PLC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模拟器没启动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先跑虚拟产线--check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数值大10倍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忘了÷10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寄存器定点换算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publish后无消息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立刻退出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sleep 0.3再退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本章聚焦：网络编程——重点： · TCP客户端/服务端模型；MQTT…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1.5 · 工业互联网数据采集系统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paho-mqtt连接本地代理发布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断线重试+异常日志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末期复习自测20题+综合项目选题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Modbus读+MQTT发布成功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断线重连+回环验证+规范率≥90%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回环验证+重连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374932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374932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达标：规范率≥90%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订阅自己主题打印回执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断线重试逻辑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消息结构优化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五轮采集上报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523283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52328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达标：JSON结构规范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读5寄存器÷10还原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5轮循环采集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MQTT发布JSON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单次采集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达标：能读出数值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连PLC读一次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打印还原值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单条MQTT发布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模拟器体验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达标：能改端口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--check连通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换5021再读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记录两台数据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决策：异常策略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543747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5575" y="1508760"/>
            <a:ext cx="543747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947672"/>
            <a:ext cx="540090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连接失败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863" y="1947672"/>
            <a:ext cx="540090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重试1次+日志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3063240"/>
            <a:ext cx="540090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数据越界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863" y="3063240"/>
            <a:ext cx="540090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标记上报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416966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27024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pymodbus 3.x返回值怎么取数？publish后立刻退出会怎样？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Modbus读+MQTT发布成功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断线重连+回环验证+规范率≥90%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711c420df3e19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MQTT主题路由：MQTT=广播电台：主题=频道，发布订阅各取所需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JSON消息含时间戳：ts时间戳=消息的出生证明——排序追溯全靠它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排错三步法：排错三步=从外到内剥洋葱：ping通→端口通→…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①工单1.5收尾跑绿并上传 ②错题本记1条 ③预习微课+导学单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完成工单项目1.5《工业互联网数据采集系统》：及格标准Modbus读取+MQTT发布基本工作；优秀标准采集完整+消息规范+异常处理完善+规范率≥90%；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完成综合项目需求分析与分工计划；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复习全课程知识清单，准备综合项目答辩。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学号_姓名_W11.py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项目终验联调与预答辩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答辩日。王主任、方总监和平台吴工都坐在台下。你要交付的，是把12周所学装进一个完整的《工业互联网数据处理系统》——第23次课终验预答辩，第24次课正式答辩。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工单1.5跑绿并上传学习平台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项目终验联调与预答辩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W11-22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从虚拟设备采数到云端上报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