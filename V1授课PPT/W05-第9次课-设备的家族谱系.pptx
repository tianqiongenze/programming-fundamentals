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8" r:id="rId29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7688"/>
            <a:ext cx="5029200" cy="38426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2611282" cy="289559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2611282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Python编程基础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670F"/>
                </a:solidFill>
                <a:latin typeface="Microsoft YaHei"/>
                <a:ea typeface="Microsoft YaHei"/>
              </a:rPr>
              <a:t>W05 · 第9次课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设备的家族谱系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905377" cy="27749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90537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0.4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82617" y="3931920"/>
            <a:ext cx="1549400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82617" y="3931920"/>
            <a:ext cx="1549400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工业设备继承体系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设备类型多样：共性(编号启停)+个性(PLC扫描周期/变频器频率)。构建基类+子类继承体系。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专业核心基础课：零基础新生的编程第一课（模块0-2贯通）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工业数据采集技术员 / 边缘计算运维 / 平台运维员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Python开发（工信部）· AI应用实践 · 企业应用实施工程师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前：计算机文化基础 → 本课12周 → 后：AI应用基础/项目实战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开发环境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9509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9509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条件判断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9524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524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循环结构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9539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539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类与对象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554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554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继承与多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9569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9569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异常处理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5847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5847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容器与字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9599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99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文件I/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9614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9614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jieb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9629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9629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W10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Pill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644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644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网络编程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96600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96600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综合项目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连续剧情 · 你（小郑）的第9次出场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34633"/>
            <a:ext cx="4261104" cy="3268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62065"/>
            <a:ext cx="4206240" cy="321383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C2833"/>
                </a:solidFill>
                <a:latin typeface="Microsoft YaHei"/>
                <a:ea typeface="Microsoft YaHei"/>
              </a:rPr>
              <a:t>设备类型多样：共性(编号启停)+个性(PLC扫描周期/变频器频率)。构建基类+子类继承体系。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0.4 · 工业设备继承体系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Device基类+PLC/VFD子类(super().__init__)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子类新增scan_ms/set_freq并覆盖start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D6D7E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71475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71475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王主任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326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326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李姐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312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312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04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掌握继承的基本语法与方法覆盖；理解多态的实现机制；了解封装与访问控制约定。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能够设计基类与子类继承体系并演示多态调用；能够编写含docstring的规范代码；代码规范率≥80%。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理解“复用与扩展”的系统思维，认识代码复用在大型工业系统中的维护价值。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4477D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264005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264005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1.Device基类+…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409395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409395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2.子类新增scan_…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064768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06476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3.docstring…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本章聚焦：继承与多态——重点： · 继承语法与方法覆盖；super()…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继承is-a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("继承的本质是'复用图纸'：子类自动拥有父类全部属性方法，再加自…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super().__in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('super().__init__()显式调用父类构造器——子类…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方法覆盖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("方法覆盖=子类重写同名方法遮住父类版：同名同签名，子类实例调到…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W05-09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B01 继承is-a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继承=领家族遗产：泵是设备的一种，白得父类全部成员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原理：继承的本质是'复用图纸'：子类自动拥有父类全部属性方法，再加自己的新料——is-a关系成立才用继承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Pump/Fan/Motor都有编号温度——共性抽到父类不复制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怎么判断：PLC是设备(有编号能启停)但多了扫描周期——Device做父类、PLC做子类；'为了复用而硬凑关系'是误用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class Pump(Device): pass ←一行白得全部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逐行看：class PLC(Device): 括号里写父类——PLC不写start也直接会（继承来的）；plc=PLC('P1',cycle=100) 既填父类字段也填新增字段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误区：能用'是一种'说出来才继承——'汽车和轮子'是组合不是继承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进阶：组合优于继承：'设备有传感器'用成员变量不用继承；is-a用继承、has-a用组合——选错方向后期重构很痛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继承is-a：一张图看懂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0e5111ecd4567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子类自动拥有父类全部属性方法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同名方法覆盖 = 多态：同一指令不同行为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追问：误区：能用'是一种'说出来才继承——'汽车和轮子'是组合不是继承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一句话：继承=领家族遗产：泵是设备的一种，白得父类全部成员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何时用：Pump/Fan/Motor都有编号温度——共性抽到父类不复制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B02 super().__init__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super()=先给父类办出厂手续，再办子类自己的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原理：super().__init__()显式调用父类构造器——子类重写__init__会遮住父类的，不调super父类字段就没初始化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子类新增流量属性时不能丢父类的编号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怎么判断：子类__init__第一行几乎必写super().__init__(父类参数)——先把父类的档建好，再补自己的新料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def __init__(self,code,flow): super().__init__(code)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逐行看：def __init__(self,dev_id,cycle): super().__init__(dev_id) 父类字段先建；self.cycle=cycle 新字段后补——顺序错了字段…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误区：漏super()→父类属性全空——继承第一大坑，自查看print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进阶：super()走MRO顺序不是'只找父类'（多继承场景按C3线性化）；Python3可省参数直接super().__init__()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super().__init__：一张图看懂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cd28ff47a027a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追问：误区：漏super()→父类属性全空——继承第一大坑，自查看print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一句话：super()=先给父类办出厂手续，再办子类自己的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何时用：子类新增流量属性时不能丢父类的编号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B03 方法覆盖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覆盖=子类顶替父类同名方法——接口不变行为升级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原理：方法覆盖=子类重写同名方法遮住父类版：同名同签名，子类实例调到的是子类版——'同一指令不同行为'的入口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Pump的start()比Device多一步抽水检查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怎么判断：各设备的stop()动作不同（泵要泄压、机械手要回原点）——父类给通用版，子类按需覆盖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def start(self): super().start(); self.抽水检查()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逐行看：def stop(self): 父类通用停机；class Robot里再def stop(self): 回原点再断电——robot.stop()走覆盖版，pump.stop()走父类版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误区：覆盖不是删除父类——super().start()随时可借父类实现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进阶：覆盖里想'先干父类的事再加工'用super().stop()；别改方法签名否则是重载混淆——同名同参才是覆盖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方法覆盖：一张图看懂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ad25955774a22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追问：误区：覆盖不是删除父类——super().start()随时可借父类实现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一句话：覆盖=子类顶替父类同名方法——接口不变行为升级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何时用：Pump的start()比Device多一步抽水检查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本章聚焦：继承与多态——重点： · 继承语法与方法覆盖；super()…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继承+覆盖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class PLC(Device):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构建基类+两子类继承体系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构建基类+两子类继承体系——应用：见工单starter与教师参考实现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覆盖start并调用s…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覆盖start并调用super协作——应用：见工单starter与…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循环统一调用演示多态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循环统一调用演示多态——应用：见工单starter与教师参考实现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绘制继承体系类图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绘制继承体系类图——应用：见工单starter与教师参考实现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W05-09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继承+覆盖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已实跑验证 · 退出码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171907" cy="4754880"/>
          </a:xfrm>
          <a:prstGeom prst="roundRect">
            <a:avLst>
              <a:gd name="adj" fmla="val 4500"/>
            </a:avLst>
          </a:prstGeom>
          <a:solidFill>
            <a:srgbClr val="0F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示例 · 可跟打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5879299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class PLC(Device):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def __init__(self, dev_id, name, scan_ms=10):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super().__init__(dev_id, name)   # 父类先初始化!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self.scan_ms = scan_ms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def start(self):                     # 覆盖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super().start()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print(f"  扫描周期:{self.scan_ms}ms")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6851" y="1371600"/>
            <a:ext cx="4849355" cy="4754880"/>
          </a:xfrm>
          <a:prstGeom prst="roundRect">
            <a:avLst>
              <a:gd name="adj" fmla="val 45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94867" y="1463040"/>
            <a:ext cx="82296" cy="82296"/>
          </a:xfrm>
          <a:prstGeom prst="ellipse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22883" y="1463040"/>
            <a:ext cx="82296" cy="82296"/>
          </a:xfrm>
          <a:prstGeom prst="ellipse">
            <a:avLst/>
          </a:prstGeom>
          <a:solidFill>
            <a:srgbClr val="E5C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50899" y="1463040"/>
            <a:ext cx="82296" cy="82296"/>
          </a:xfrm>
          <a:prstGeom prst="ellipse">
            <a:avLst/>
          </a:prstGeom>
          <a:solidFill>
            <a:srgbClr val="98C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3779" y="1426464"/>
            <a:ext cx="3386315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8C379"/>
                </a:solidFill>
                <a:latin typeface="Consolas"/>
                <a:ea typeface="Microsoft YaHei"/>
              </a:rPr>
              <a:t>terminal — 真实运行输出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155" y="1755648"/>
            <a:ext cx="4556747" cy="43708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（无输出）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14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父类属性丢失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忘调super().__init__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补上super调用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多态失效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方法名大小写不一致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与父类完全同名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为继承而继承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车间不是设备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is-a不成立就不继承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本章聚焦：继承与多态——重点： · 继承语法与方法覆盖；super()…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W05-09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工单 0.4 · 工业设备继承体系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Device基类+PLC/VFD子类(super().__init__)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子类新增scan_ms/set_freq并覆盖start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docstring每个类+方法一行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1基类+2子类+覆盖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670F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≥3子类；super协作；docstring齐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三子类+类图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776503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776503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达标：多态清晰+is-a判断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加Sensor子类calibrate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总控台统一启停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类图绘制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两子类覆盖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479801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479801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达标：docstring齐全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PLC子类+scan_ms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覆盖start带扫描周期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循环调用看多态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5670F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单子类继承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648614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648614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达标：继承与super正确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PLC继承Device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super().__init__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新增一个属性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14477D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继承体验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323776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32377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达标：能复述is-a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运行多态示例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换一种设备再跑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口述谁继承谁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课堂教法：四步法（第1-6周）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步骤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时长/课时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要点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原理+工业背景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27782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实时代码演示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762756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模仿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跟做保底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697730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练习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0410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7316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独立+小步成功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5678424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5779008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4477D"/>
                </a:solidFill>
                <a:latin typeface="Microsoft YaHei"/>
                <a:ea typeface="Microsoft YaHei"/>
              </a:rPr>
              <a:t>决策纪律：第7周起切换为完整六步法（资讯·计划课前线上）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C2833"/>
                </a:solidFill>
                <a:latin typeface="Microsoft YaHei"/>
                <a:ea typeface="Microsoft YaHei"/>
              </a:rPr>
              <a:t>子类如何调用父类__init__？多态怎么理解？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4477D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1基类+2子类+覆盖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≥3子类；super协作；docstring齐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20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3c83e2b4f7dc30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继承is-a：继承=领家族遗产：泵是设备的一种，白得父类全部…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super().__init__：super()=先给父类办出厂手续，再办子类自…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方法覆盖：覆盖=子类顶替父类同名方法——接口不变行为升级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①工单0.4收尾跑绿并上传 ②错题本记1条 ③预习微课+导学单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21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C2833"/>
                </a:solidFill>
                <a:latin typeface="Microsoft YaHei"/>
                <a:ea typeface="Microsoft YaHei"/>
              </a:rPr>
              <a:t>1. 完成工单项目0.4《工业设备继承体系》：及格标准1基类+2子类+继承覆盖；优秀标准≥3子类、多态演示清晰、含docstring、规范率≥90%；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2. 绘制本周设备继承体系类图；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3. 预习异常处理机制。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学号_姓名_W05.py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一套接口，多种设备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凌晨的断电让采集程序崩在中途，丢了半小时数据。王主任发火：'程序不能一摔就死。'——工单0.5：异常处理+日志，让程序'摔了能爬起来还留下案发记录'（本周中期诊断）。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4477D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工单0.4跑绿并上传学习平台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下次课 → 一套接口，多种设备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W05-09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设备的家族谱系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