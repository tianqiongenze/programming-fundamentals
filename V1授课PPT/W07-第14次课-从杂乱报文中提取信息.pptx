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7" r:id="rId2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07688"/>
            <a:ext cx="5029200" cy="384262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2611282" cy="289559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2611282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Python编程基础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670F"/>
                </a:solidFill>
                <a:latin typeface="Microsoft YaHei"/>
                <a:ea typeface="Microsoft YaHei"/>
              </a:rPr>
              <a:t>W07 · 第14次课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从杂乱报文中提取信息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905377" cy="27749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90537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1.1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82617" y="3931920"/>
            <a:ext cx="1859026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82617" y="3931920"/>
            <a:ext cx="1859026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工业数据格式转换工具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车间数据格式混杂(报文/CSV/JSON)，上位系统无法使用。开发标准化转换工具（六步法启动周）。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02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容器选型三问：要序？要查？要去重？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477D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· 容器与正则——重点：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· 列表与字典的操作与遍历；正则表达式常用模式与re模块三方法…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裸except吞异常：连Ctrl+C都拦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修法：写明异常类型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D6D7E"/>
                </a:solidFill>
                <a:latin typeface="Microsoft YaHei"/>
                <a:ea typeface="Microsoft YaHei"/>
              </a:rPr>
              <a:t>本节主线：列表有序可重复；字典键值O(1)查——应用：见工单star… / 集合自动去重；元组不可变——应用：见工单starter与教… / 正则八积木：\d \w + * [] ()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03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掌握列表、字典、集合的特性和基本操作；掌握字符串常用方法与正则表达式基础语法。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能够使用正则从工业报文中提取关键信息并用容器组织数据；能够完成≥2种数据格式的转换；代码规范率≥75%。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体会“选择合适数据结构”对程序清晰度的影响，培养数据组织的设计意识。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4477D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646326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64632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1.批量转换文件并统计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562862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562862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2.异常报文(缺字段/…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646326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64632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3.决策矩阵拍照入工单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本章聚焦：容器与正则——重点： · 列表与字典的操作与遍历；正则表达式…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re三方法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("re三方法各司其职：match只从行首试、search全文找第…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r前缀防转义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("反斜杠在Python字符串里本是转义符(\\n换行)，r前缀声…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统一schema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("统一schema=定一份'数据合同'：字段名/类型/必填与否写…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W07-14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05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B04 re三方法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match=从头核身份/findall=全城搜人/search=全城找第一个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原理：re三方法各司其职：match只从行首试、search全文找第一个、findall抓全部——'找没找'与'抓全部'是两件事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匹配与提取分开选：提取用findall最常用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怎么判断：验证格式合不合格用match（要么对要么不对）；全文捞所有匹配用findall；只取第一处用search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re.findall(r'\d+\.\d+', log) 抠出所有小数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逐行看：m=re.match(r'PUMP-\d+',s) 行首不匹配则None；re.search(r'\d+℃',s) 全文找第一个温度；re.findall(r'\d+',s) 所有数字列表带…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误区：match匹配不到返回None不是报错——先判None再用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进阶：match/search成功返回Match对象，m.group(1)取捕获组；sub(r'旧','新',s)替换是第四件武器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06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re三方法：一张图看懂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92" y="1362456"/>
            <a:ext cx="701455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6e45e424fef2f1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1389888"/>
            <a:ext cx="695968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一张图纸可造多台设备（实例化）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属性=铭牌；方法=操作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追问：误区：match匹配不到返回None不是报错——先判None再用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一句话：match=从头核身份/findall=全城搜人/search=全城找第一个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何时用：匹配与提取分开选：提取用findall最常用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07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B05 r前缀防转义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r前缀='原样念'：\d不被Python抢先翻译一层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原理：反斜杠在Python字符串里本是转义符(\n换行)，r前缀声明' raw原样'——r'\d'才是正则里的\d而非报错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写正则不加r会遭双倍转义噩梦——r是正则标配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怎么判断：写正则一律加r前缀：r'\d+℃'✓、'\d+℃'✗（\d不是合法转义在新版直接SyntaxWarning）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r'\d+' 等价 '\\d+'——前者人类可读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逐行看：r'C:\logs\w06.log' 原样双反斜杠；'\temp' 会被吃成制表符+emp——路径与正则，r前缀当肌肉记忆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误区：Windows路径同理用r'C:\data'——少一半反斜杠烦恼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进阶：re.VERBOSE模式允许模式串里写注释分块；复杂正则拆成命名组(?P&lt;pump&gt;\d+)可读性大增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08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r前缀防转义：一张图看懂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5d8a81f6469fbe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追问：误区：Windows路径同理用r'C:\data'——少一半反斜杠烦恼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一句话：r前缀='原样念'：\d不被Python抢先翻译一层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何时用：写正则不加r会遭双倍转义噩梦——r是正则标配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09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B06 统一schema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统一schema=进港集装箱规格统一——码头只认一种箱型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原理：统一schema=定一份'数据合同'：字段名/类型/必填与否写死，三种方言(报文/CSV/JSON)进门先验合同再转换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Modbus/CSV/MQTT三源数据→统一成标准字典再进下游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怎么判断：中台上报前的质检关卡：字段缺一/类型不对/值域越界任一不符即拒收——合同即验收单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统一为 {'code':…,'ts':…,'metrics':{…}}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逐行看：REQUIRED={'dev_id':str,'temp':float,'ts':str} 合同模板；逐项isinstance验型；缺键or类型错→记坏行跳过——错误数据绝不进中台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误区：边接边改格式=下游每接一源改一版——适配做在入口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进阶：合同抽成jsonschema标准（pip install jsonschema自动验）；schema版本化v1/v2平滑升级防下游崩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10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统一schema：一张图看懂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9f62c070e333311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追问：误区：边接边改格式=下游每接一源改一版——适配做在入口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一句话：统一schema=进港集装箱规格统一——码头只认一种箱型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何时用：Modbus/CSV/MQTT三源数据→统一成标准字典再进下游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本章聚焦：容器与正则——重点： · 列表与字典的操作与遍历；正则表达式…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报文正则解析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import 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正则解析报文键值对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正则解析报文键值对——应用：见工单starter与教师参考实现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CSV/JSON双格式…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CSV/JSON双格式解析——应用：见工单starter与教师参考…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三格式统一映射标准结构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三格式统一映射标准结构——应用：见工单starter与教师参考实现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按决策矩阵完成容器选型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按决策矩阵完成容器选型——应用：见工单starter与教师参考实现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W07-14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12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报文正则解析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已实跑验证 · 退出码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171907" cy="4754880"/>
          </a:xfrm>
          <a:prstGeom prst="roundRect">
            <a:avLst>
              <a:gd name="adj" fmla="val 4500"/>
            </a:avLst>
          </a:prstGeom>
          <a:solidFill>
            <a:srgbClr val="0F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示例 · 可跟打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5879299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import re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msg = "DEV-01:temp=56.3C;press=0.45MPa;status=RUN"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dev = re.match(r"([A-Z]+-\d+):", msg).group(1)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kv = re.findall(r"(\w+)=([\d.]+|\w+)", msg)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metrics = {k: float(v) if re.fullmatch(r"[\d.]+", v) else v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       for k, v in kv}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66851" y="1371600"/>
            <a:ext cx="4849355" cy="4754880"/>
          </a:xfrm>
          <a:prstGeom prst="roundRect">
            <a:avLst>
              <a:gd name="adj" fmla="val 45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94867" y="1463040"/>
            <a:ext cx="82296" cy="82296"/>
          </a:xfrm>
          <a:prstGeom prst="ellipse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22883" y="1463040"/>
            <a:ext cx="82296" cy="82296"/>
          </a:xfrm>
          <a:prstGeom prst="ellipse">
            <a:avLst/>
          </a:prstGeom>
          <a:solidFill>
            <a:srgbClr val="E5C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50899" y="1463040"/>
            <a:ext cx="82296" cy="82296"/>
          </a:xfrm>
          <a:prstGeom prst="ellipse">
            <a:avLst/>
          </a:prstGeom>
          <a:solidFill>
            <a:srgbClr val="98C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3779" y="1426464"/>
            <a:ext cx="3386315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8C379"/>
                </a:solidFill>
                <a:latin typeface="Consolas"/>
                <a:ea typeface="Microsoft YaHei"/>
              </a:rPr>
              <a:t>terminal — 真实运行输出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155" y="1755648"/>
            <a:ext cx="4556747" cy="43708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8D4B7"/>
                </a:solidFill>
                <a:latin typeface="Consolas"/>
                <a:ea typeface="Microsoft YaHei"/>
              </a:rPr>
              <a:t>（无输出）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13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正则把整行吞了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贪婪.*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用[\d.]+限定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键名带空格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没strip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切分后strip()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str当float用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忘了转换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数值字段float()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本章聚焦：容器与正则——重点： · 列表与字典的操作与遍历；正则表达式…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W07-14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15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工单 1.1 · 工业数据格式转换工具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批量转换文件并统计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异常报文(缺字段/乱序)容错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决策矩阵拍照入工单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≥2种格式+正则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670F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批量转换+统计+规范率≥90%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16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容错解析器+批量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738137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73813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达标：3格式+成功率统计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缺字段置None容错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批量转换文件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输出成功率统计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三格式全通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达标：结构统一无错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报文正则解析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CSV/JSON解析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统一{device_id,metrics}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F5670F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双格式解析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达标：能出标准字典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报文解析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JSON解析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打印对照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14477D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正则体验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达标：能改模式匹配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运行示例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\d+改\d{2}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观察匹配变化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17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决策：容器选型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数据形态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5395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列表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5575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字典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15755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集合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有序重复测点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3683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3863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043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设备→参数映射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3683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3863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043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去重设备ID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3683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23863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34043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4477D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18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C2833"/>
                </a:solidFill>
                <a:latin typeface="Microsoft YaHei"/>
                <a:ea typeface="Microsoft YaHei"/>
              </a:rPr>
              <a:t>容器选型三问：要序？要查？要去重？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4477D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≥2种格式+正则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批量转换+统计+规范率≥90%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19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787fe8bde6cd91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re三方法：match=从头核身份/findall=全城搜…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r前缀防转义：r前缀='原样念'：\d不被Python抢先翻…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统一schema：统一schema=进港集装箱规格统一——码头只…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①工单1.1收尾跑绿并上传 ②错题本记1条 ③预习微课+导学单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20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1. 完成工单项目1.1《工业数据格式转换工具》：及格标准处理≥2种格式+使用正则；优秀标准≥3种格式+结构清晰+规范率≥90%；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2. 完成10条报文解析练习；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3. 预习文件读写操作。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学号_姓名_W07.py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让数据活过下一次关机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中台抽检打回上月数据：缺温度、类型错、还有135℃的'过热'记录。李姐委屈：'原始数据就这样。'——工单1.2：做数据清洗，还车间数据一个清白。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4477D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工单1.1跑绿并上传学习平台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下次课 → 让数据活过下一次关机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W07-14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从杂乱报文中提取信息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