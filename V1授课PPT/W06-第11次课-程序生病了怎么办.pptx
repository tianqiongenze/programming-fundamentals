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W06 · 第11次课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程序生病了怎么办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20138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20138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健壮的工业数据采集程序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采集程序现场常因文件缺失/格式错误崩溃。要求“出错不停机、留痕可追溯”；本课含中期诊断。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你（小郑）的第11次出场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采集程序现场常因文件缺失/格式错误崩溃。要求“出错不停机、留痕可追溯”；本课含中期诊断。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0.5 · 健壮的工业数据采集程序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logging三级日志(INFO/WARN/ERROR)配置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捕获FileNotFoundError/ValueError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掌握try/except/finally异常处理结构；掌握logging日志模块的基本使用；了解程序调试的常用方法。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树立“程序会出错”的工程危机意识，培养防患于未然的健壮性设计习惯。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20927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2092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1.logging三级…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10157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1015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2.捕获FileNot…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156309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15630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3.finally完整…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本章聚焦：异常与日志——重点： · try/except/finall…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异常是对象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('异常是对象：Python出错时不静默崩溃，而是抛出携带类型/消…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try/except/e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('try是警戒区、except是处置区、else是无事发生的奖励…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精确捕获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('精确捕获=except后面写明异常类型：FileNotFoun…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异常是对象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异常=程序出错时扔出的'事故报告单'，类型名即线索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原理：异常是对象：Python出错时不静默崩溃，而是抛出携带类型/消息/回溯(Traceback)的异常对象沿调用栈向上找处理者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读文件失败/除零——崩溃前的最后信号，接住就能救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怎么判断：程序'摔了能爬起来'的前提是接住异常对象——读懂Traceback是排错第一技能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ZeroDivisionError/ValueError/FileNotFoundError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逐行看：Traceback自下而上读：最后一行是异常类型+原因，往上是出错调用链——NameError: name 'temp' is not defined 精确到行号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误区：从最后一行往上读栈——错误类型→说明→行号倒着看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进阶：自定义异常class TempError(Exception)给业务语义；异常链raise ... from e保留原始现场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异常是对象：一张图看懂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d60a9ef982317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追问：误区：从最后一行往上读栈——错误类型→说明→行号倒着看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一句话：异常=程序出错时扔出的'事故报告单'，类型名即线索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何时用：读文件失败/除零——崩溃前的最后信号，接住就能救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try/except/else/finally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try=试做/except=出事接住/else=没出事才做/finally=必做收尾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原理：try是警戒区、except是处置区、else是无事发生的奖励区、finally是无论如何都走的收尾区——四段各司其职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采集主循环的防护壳——单点出错不能停整条产线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怎么判断：读文件/连设备/解析报文等'可能失败'的IO全部包try；except只接预期的类型，else放'成功才做'的后续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try: read() except FileNotFoundError: 默认值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逐行看：try: data=f.read() 可能炸；except FileNotFoundError: 兜底处置；else: parse(data) 成功才解析；finally: f.close(…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误区：把大段代码塞进try——只包会出错的那几句，窄包才好查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进阶：Python 3.10可except (A|B)逗号改竖线；上下文管理器with能替代finally关资源——下一课细讲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try/except/else/finally：一张图看懂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b6c1e5000b76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漏更新条件变量 → 死循环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break 提前跳出 / continue 跳过本轮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追问：误区：把大段代码塞进try——只包会出错的那几句，窄包才好查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一句话：try=试做/except=出事接住/else=没出事才做/finally=必做收尾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何时用：采集主循环的防护壳——单点出错不能停整条产线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精确捕获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except接具体类型=对症下药——一个except管一种病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原理：精确捕获=except后面写明异常类型：FileNotFoundError/M ValueError/IndexError——对症下药，别一网打尽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缺文件用默认值/类型错提示重输——不同错误不同对策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怎么判断：文件不存在与数据格式错是两种病：分开捕获分开处置——缺文件给默认配置，格式错记坏行跳过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except FileNotFoundError: … except ValueError: 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逐行看：except FileNotFoundError: print('用默认配置') 文件病；except ValueError: log_bad(line) 数据病——类型即分诊台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误区：父类异常写前面会截胡后面所有——从小到大排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进阶：except Exception as e捕获变量e可打e.args看详情；但except Exception仍是宽网——生产代码按业务列明类型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精确捕获：一张图看懂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97715ee647b54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追问：误区：父类异常写前面会截胡后面所有——从小到大排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一句话：except接具体类型=对症下药——一个except管一种病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何时用：缺文件用默认值/类型错提示重输——不同错误不同对策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本章聚焦：异常与日志——重点： · try/except/finall…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健壮读取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try: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配置双输出日志(控制台…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配置双输出日志(控制台+文件)——应用：见工单starter与教师…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捕获多类型异常并分级记录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捕获多类型异常并分级记录——应用：见工单starter与教师参考实现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输出采集统计(成功/跳…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输出采集统计(成功/跳过/失败)——应用：见工单starter与教…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脏数据写入bad_re…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脏数据写入bad_records备查——应用：见工单starter…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健壮读取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try: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t, p = line.split(","); float(t); float(p)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log.info("第%d条成功:%s", i, line); ok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except ValueError: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log.warning("脏数据跳过:%r", line); skip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finally: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pass                       # 收尾:写统计/关资源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裸except吞异常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连Ctrl+C都拦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写明异常类型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日志中文乱码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编码缺省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FileHandler(encoding='utf-8')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except里pass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错误被掩盖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至少log.error记录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本章聚焦：异常与日志——重点： · try/except/finall…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0.5 · 健壮的工业数据采集程序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logging三级日志(INFO/WARN/ERROR)配置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捕获FileNotFoundError/ValueError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finally完整结构1处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≥2种异常+基本日志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≥3种异常+日志可定位到行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断点续采+bad_records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73813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73813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达标：3异常+可定位日志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脏数据写csv备查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异常后从断点继续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日志带行号定位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完整健壮程序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5933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593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达标：3异常+finally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日志双输出配置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try/except/finally完整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统计输出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基础捕获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610248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61024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达标：2异常+基本日志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捕获文件缺失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捕获转换错误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WARNING记录跳过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故障注入体验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达标：能读日志定位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删数据文件触发异常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看日志ERROR行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恢复文件再跑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finally块无论是否异常都执行吗？裸except为什么禁止？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≥2种异常+基本日志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≥3种异常+日志可定位到行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c76ca9f104674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异常是对象：异常=程序出错时扔出的'事故报告单'，类型名即…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try/except/else/finally：try=试做/except=出事接住/else…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精确捕获：except接具体类型=对症下药——一个exc…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①工单0.5收尾跑绿并上传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完成工单项目0.5《健壮的工业数据采集程序》：及格标准处理≥2种异常+基本日志；优秀标准≥3种异常+try/except/finally完整+日志可追踪；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完成中期自评表与学习计划修订；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预习列表与字典容器。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学号_姓名_W06.py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给程序写病历本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车间数据三张皮：设备报文、CSV台账、JSON配置互不相认。集团数据中台来函要求统一格式上报——工单1.1：写一个格式转换器，让三种方言说普通话。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工单0.5跑绿并上传学习平台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给程序写病历本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程序生病了怎么办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