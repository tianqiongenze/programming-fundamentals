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W04 · 第7次课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从图纸到对象：设备建模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39458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39458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工业设备类设计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设备台账扩至数十台，散装变量难维护。用“类”给设备建模：属性=铭牌，方法=操作。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你（小郑）的第7次出场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设备台账扩至数十台，散装变量难维护。用“类”给设备建模：属性=铭牌，方法=操作。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0.3 · 工业设备类设计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Device类: ≥2属性+≥2方法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创建≥2个对象实例并调用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137462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13746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1.Device类: 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60594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6059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2.创建≥2个对象实例…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3.get_statu…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本章聚焦：类与对象——重点： · 类的定义语法与__init__方法…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类与实例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('类是图纸（定义属性与方法的模板），实例是照图纸造出的设备——一…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__init__与sel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("__init__是构造器：造实例时自动执行的第一段代码；sel…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实例属性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("实例属性存在每台设备自己的__dict__里——同名属性各改各…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类与实例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类=图纸，实例=按图纸造出的每台泵——一图多产品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原理：类是图纸（定义属性与方法的模板），实例是照图纸造出的设备——一张图纸可造N台设备，每台独立持有自己的数据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一类设备抽象成类，每台设备是独立实例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怎么判断：设备数量多、字段重复出现（十台注塑机各有一套编号/温度）时用类建模；单次临时数据用字典即可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class Device: … ；d1=Device('PUMP-03')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逐行看：class Device: 定义图纸；d1=Device('P3') 造第一台；d2=Device('P5') 造第二台——d1、d2互不干扰各存各的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误区：改d1不影响d2——各实例各一份属性，图纸本身不存温度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进阶：类属性vs实例属性：所有设备共享的常量（如厂区码）放类属性，每台不同的放实例属性——省内存且语义清晰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类与实例：一张图看懂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9bdc7c48b9b3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追问：误区：改d1不影响d2——各实例各一份属性，图纸本身不存温度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一句话：类=图纸，实例=按图纸造出的每台泵——一图多产品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何时用：一类设备抽象成类，每台设备是独立实例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__init__与self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self='我自己'；__init__=出厂设置，造时自动执行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原理：__init__是构造器：造实例时自动执行的第一段代码；self就是'当前这个实例自己'——Python把实例显式传进方法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出厂时写死编号型号——构造即初始化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怎么判断：凡是'每台设备出生就该有的字段'（编号、状态）全部写进__init__——出生即建档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__init__(self, code): self.code=code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__init__(self, dev_id): 签名里self必在第一位；self.dev_id=dev_id 把传入值存进这台设备——d1=Device('P3')时self就是d1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误区：方法漏写self→TypeError——调用时Python自动传实例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进阶：self不是关键字是约定名（别改成别的）；__new__造对象、__init__配对象——进阶了解两者分工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__init__与self：一张图看懂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b5eaffe9568be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追问：误区：方法漏写self→TypeError——调用时Python自动传实例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一句话：self='我自己'；__init__=出厂设置，造时自动执行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何时用：出厂时写死编号型号——构造即初始化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实例属性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属性写在__init__里=每台设备自己的小本本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原理：实例属性存在每台设备自己的__dict__里——同名属性各改各的互不影响，这是'实例隔离'的底层保障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两台泵温度不同互不干扰——独立内存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怎么判断：判断'这个数据是每台各一份还是全局一份'：各一份→实例属性，全局一份→类属性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d1.temp=78.5 与 d2.temp=81.0 各存各的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逐行看：d1.temp=78.5 只改1号机；d2.temp不变——print(d1.__dict__)能直接看到这台设备的名值表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误区：写在类下的属性是全员共享公告栏——改一处全变，慎用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进阶：slots=('dev_id','temp')锁死属性名单省内存防手滑加错属性名；属性查找顺序：实例→类→父类（MRO链）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实例属性：一张图看懂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69e3339703e2c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追问：误区：写在类下的属性是全员共享公告栏——改一处全变，慎用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一句话：属性写在__init__里=每台设备自己的小本本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何时用：两台泵温度不同互不干扰——独立内存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本章聚焦：类与对象——重点： · 类的定义语法与__init__方法…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设备类骨架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Device: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设计Device类(属…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设计Device类(属性+方法)——应用：见工单starter与教…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创建多实例并演示属性隔离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创建多实例并演示属性隔离——应用：见工单starter与教师参考实现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实现启停状态校验逻辑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实现启停状态校验逻辑——应用：见工单starter与教师参考实现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用id()观察对象独立性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用id()观察对象独立性——应用：见工单starter与教师参考实现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设备类骨架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Device: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__init__(self, dev_id, name, temp=25.0):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self.dev_id, self.name, self.temp = dev_id, name, temp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self.status = "停止"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start(self):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if self.status == "运行":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 print(f"{self.name}已在运行"); return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self.status = "运行"; print(f"{self.name}启动成功")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漏self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调用报参数多一个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方法第一参数写self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属性被共享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属性写在类体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移入__init__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d.start无输出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少了括号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d.start()才调用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本章聚焦：类与对象——重点： · 类的定义语法与__init__方法…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0.3 · 工业设备类设计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Device类: ≥2属性+≥2方法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创建≥2个对象实例并调用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get_status返回可读信息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1类+2属性+2方法+2实例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≥3属性3方法+__str__+规范率≥90%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__str__+运行时长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6322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6322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达标：3属性3方法+docstring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实现__str__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start/stop时间差统计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输出设备报表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标准设备类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9977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9977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达标：2属性2方法2实例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完成Device类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创建2实例调用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get_status输出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最小类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6470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647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达标：1属性1方法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补全__init__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实现start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创建1实例调用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对象体验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达标：能调用方法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再建一个对象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观察互不影响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__init__什么时候执行？self指谁？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1类+2属性+2方法+2实例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≥3属性3方法+__str__+规范率≥90%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e3688c5c6f248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类与实例：类=图纸，实例=按图纸造出的每台泵——一图多产品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__init__与self：self='我自己'；__init__=出厂设…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实例属性：属性写在__init__里=每台设备自己的小本本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①工单0.3收尾跑绿并上传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用自己的话写一段“什么是对象”的理解笔记；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预习继承的概念。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学号_姓名_W04.py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给设备装上行为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工单0.3跑绿并上传学习平台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给设备装上行为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W04-07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从图纸到对象：设备建模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