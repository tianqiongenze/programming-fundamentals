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W10 · 第20次课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一键生成质量日报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1.4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2013839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201383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工业图像处理与报告生成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质检照片需标注缺陷并汇总成图文PDF日报——“程序输出要面向使用者”。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报告的读者是谁？他要先看什么？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477D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图像与报告——重点：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Pillow图像操作与ImageDraw标注；report…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中文变方块：没指定字体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修法：font_path必填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D6D7E"/>
                </a:solidFill>
                <a:latin typeface="Microsoft YaHei"/>
                <a:ea typeface="Microsoft YaHei"/>
              </a:rPr>
              <a:t>本节主线：Pillow：open/copy/resize/draw / rectangle画框[x1,y1,x2,y2]——应用：… / reportlab三件：Paragraph/Image/T…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掌握Pillow图像读写、缩放裁剪与绘制标注的方法；掌握reportlab生成PDF报告的基本流程。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能够对故障图像进行缺陷标注；能够生成图文并茂的PDF质量报告；代码规范率≥85%。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培养“交付物意识”——程序输出要面向使用者（报告即产品），提升职业化表达素养。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624787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62478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1.四段式版式调整(信…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719021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71902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2.多页报告或自绘封面…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3.生成耗时记录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本章聚焦：图像与报告——重点： · Pillow图像操作与ImageD…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中文字体注册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("reportlab默认字体Helvetica不含中文——必须p…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四段式日报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('四段式日报=头部(标题日期)→指标区(数字结论)→图片区(缺陷…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自动生成价值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('自动生成的价值=零人工排版+不可篡改+可追溯：脚本一跑，昨天数…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B04 中文字体注册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注册字体=给PDF请翻译：TTFont登记后setFont才说中文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原理：reportlab默认字体Helvetica不含中文——必须pdfmetrics.registerFont(TTFont('SIM','simhei.ttf'))注册后setFont使用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PDF中文方框的解法——系统默认字体不认中文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怎么判断：PDF里中文显示为黑块时：注册中文字体并setFont——与词云font_path是同一类坑（字体不含中文）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pdfmetrics.registerFont(TTFont('ZH','ZH_Font.ttf'))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逐行看：registerFont(TTFont('YaHei','msyh.ttf')) 一次注册；c.setFont('YaHei',12) 后续drawString才中文正常——两步缺一不可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误区：注册名'ZH'与setFont里名字不一致——两处必须对上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进阶：字体文件随项目打包（避免目标机器缺字体）；中英混排可注册多字体切换——标题黑体/正文雅黑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中文字体注册：一张图看懂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eedeee0a537b1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追问：误区：注册名'ZH'与setFont里名字不一致——两处必须对上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一句话：注册字体=给PDF请翻译：TTFont登记后setFont才说中文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何时用：PDF中文方框的解法——系统默认字体不认中文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B05 四段式日报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四段式=新闻倒金字塔：结论先行→分析→异常→附表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原理：四段式日报=头部(标题日期)→指标区(数字结论)→图片区(缺陷证据)→尾部(签名建议)——固定骨架天天自动填肉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车间日报标准结构——领导只读第一段也能懂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怎么判断：'图文并茂'的日报骨架：管理层30秒扫指标、有问题看图、最后看建议——版式即沟通效率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story=[标题, 概览段, 分析图, 异常表, 附表]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逐行看：drawString标题段；指标区for循环画'合格率98.2%'大数字；图片区drawImage贴三张典型缺陷；尾部drawString署名+改进建议——顺序执行一遍即成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误区：把结论埋在最后——评委/领导没耐心翻页找重点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进阶：指标异常自动标红（合格率&lt;95%换红字）；模板函数化make_report(date,metrics,imgs)每天一调用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四段式日报：一张图看懂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92c36f0f10ea8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追问：误区：把结论埋在最后——评委/领导没耐心翻页找重点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一句话：四段式=新闻倒金字塔：结论先行→分析→异常→附表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何时用：车间日报标准结构——领导只读第一段也能懂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B06 自动生成价值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脚本2分钟出日报 vs 人工排版2小时——一次编写天天受益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原理：自动生成的价值=零人工排版+不可篡改+可追溯：脚本一跑，昨天数据今晨8点自动成PDF——人力省在重复劳动上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自动化的说服力——工单验收'生成&lt;2分钟'硬指标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怎么判断：凡'每天都要做且格式固定'的报表都值得自动化：日报/周报/告警汇总——写一次脚本天天收租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python make_report.py → report_20260926.pdf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逐行看：把W10所学串成管线：读数据→算指标→Pillow标注→reportlab排版→save——脚本run_daily.py交给计划任务，每天8点自动执行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复利思维：自动化省下的时间是持续的——写脚本才是真摸鱼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进阶：进阶schedule库定时调度、smtplib邮件自动分发；模板与数据分离（JSON配置），改版式不改代码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自动生成价值：一张图看懂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7f81c9e30c8e7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追问：复利思维：自动化省下的时间是持续的——写脚本才是真摸鱼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一句话：脚本2分钟出日报 vs 人工排版2小时——一次编写天天受益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何时用：自动化的说服力——工单验收'生成&lt;2分钟'硬指标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本章聚焦：图像与报告——重点： · Pillow图像操作与ImageD…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标注+PDF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 = ImageDraw.Draw(img.copy())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图像缩放与缺陷框标注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图像缩放与缺陷框标注——应用：见工单starter与教师参考实现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PDF图文表混排生成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PDF图文表混排生成——应用：见工单starter与教师参考实现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中文字体注册与使用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中文字体注册与使用——应用：见工单starter与教师参考实现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按读者视角组织报告层级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按读者视角组织报告层级——应用：见工单starter与教师参考实现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标注+PDF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 = ImageDraw.Draw(img.copy())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d.rectangle([120,80,210,120], outline=(255,0,0), width=3)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d.text((120,66), "scratch 9.0mm", fill=(255,0,0))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pdfmetrics.registerFont(TTFont("ZH", "fonts/ZH_Font.ttf"))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doc.build([Paragraph("设备质量日报", st),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   RLImage("marked.png", width=120*mm, height=90*mm)])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PDF中文空白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字体未注册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registerFont+setFont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文字压住框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y坐标不当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画在框上方y-14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图变形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宽高没等比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按原始比例设宽高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本章聚焦：图像与报告——重点： · Pillow图像操作与ImageD…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1.4 · 工业图像处理与报告生成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四段式版式调整(信息层级)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多页报告或自绘封面(冲优)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生成耗时记录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标注完成+PDF可生成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版式专业；美观度≥4/5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封面+多页报告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达标：可直接上交水准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自绘封面页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概览+明细双页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耗时&lt;2min记录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图文表三要素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达标：排版规范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标注缺陷图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PDF标题+结论+图+表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生成并检查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图+PDF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16103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1610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达标：PDF能打开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画框标注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最简PDF输出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确认中文正常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标注体验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达标：能改框位置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改坐标再画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观察标注变化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决策：信息层级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段落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读者关注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排序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概览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明细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附表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报告的读者是谁？他要先看什么？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标注完成+PDF可生成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版式专业；美观度≥4/5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80b63a2a53b7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中文字体注册：注册字体=给PDF请翻译：TTFont登记后s…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四段式日报：四段式=新闻倒金字塔：结论先行→分析→异常→附表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自动生成价值：脚本2分钟出日报 vs 人工排版2小时——一次…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①工单1.4收尾跑绿并上传 ②错题本记1条 ③预习微课+导学单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完成工单项目1.4《工业图像处理与报告生成》：及格标准图像处理完成+PDF可生成；优秀标准处理精细+排版专业+规范率≥90%；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为自己的报告设计一个封面；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预习网络基础知识（IP、端口、协议）。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学号_姓名_W10.py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设备如何在网络上说话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工单1.4跑绿并上传学习平台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设备如何在网络上说话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W10-20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一键生成质量日报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