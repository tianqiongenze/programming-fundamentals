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W09 · 第17次课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读懂成千上万条故障描述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168652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168652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工业故障分析报告生成系统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运维部要“一页纸”故障规律报告：分词→关键词→词云+柱状图。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运维部要“一页纸”故障规律报告：分词→关键词→词云+柱状图。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1.3 · 工业故障分析报告生成系统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pip离线装jieba/wordcloud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分词+停用词过滤+词频统计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50543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5054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1.pip离线装jie…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9517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9517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2.分词+停用词过滤+…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4747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4747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3.Top10柱状图(…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pip与离线whl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('pip是包管理器：在线pip install jieba、离线…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jieba分词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('jieba基于前缀词典+动态规划找最大概率路径分词，未登录词用…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停用词过滤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("停用词是'的/了/在'这类高频无义虚词——不过滤会霸榜词频，把…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pip与离线whl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pip=应用商店；whl=下载好的安装包——断网也能装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原理：pip是包管理器：在线pip install jieba、离线pip install xxx.whl——内网机器先外网下载whl再U盘拷入安装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机房无外网时用whl装jieba/wordcloud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怎么判断：机房无外网时：外网pip download jieba -d ./whls 下载全依赖→拷贝→离线pip install --no-index --find-links=./whls jie…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pip install jieba-0.42.1-py3-none-any.whl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逐行看：pip install D:/whls/jieba-0.42.1-py3-none-any.whl 直接装本地文件；pip list 查看已装版本——离线三步：下载/拷贝/安装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误区：没激活环境就装——装到base等于白装，先conda activate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进阶：requirements.txt锁定版本(pip freeze&gt;)供他机一键复现；国内镜像-i https://pypi.tuna.tsinghua.edu.cn/simple提速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jieba分词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jieba=中文切词刀：英文按空格切，中文得靠它切词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原理：jieba基于前缀词典+动态规划找最大概率路径分词，未登录词用HMM模型补刀——中文没有空格，分词是文本处理第一步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'泵体振动异常'→['泵体','振动','异常']——文本分析第一步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怎么判断：故障报修单、运维日志这类中文文本，先jieba.cut切词再统计——'轴承磨损'要切成'轴承/磨损'两个词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words = list(jieba.cut(text))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逐行看：words=jieba.lcut('3号泵轴承异响') →['3','号','泵','轴承','异响']；lcut直接返列表，cut返生成器——名单落袋才能数频次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误区：cut_all=True切太碎——教学与统计默认精确模式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进阶：jieba.add_word('伺服电机')把专业词加入词典防切散；load_userdict('mydict.txt')整份行业词典一次导入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jieba分词：一张图看懂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7885164011046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追问：误区：cut_all=True切太碎——教学与统计默认精确模式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一句话：jieba=中文切词刀：英文按空格切，中文得靠它切词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何时用：'泵体振动异常'→['泵体','振动','异常']——文本分析第一步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停用词过滤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停用词=搭头话：'的/了/在'没信息量，先请出场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原理：停用词是'的/了/在'这类高频无义虚词——不过滤会霸榜词频，把'轴承'挤到十名开外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虚词霸榜时词频统计没意义——先过滤再计数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怎么判断：统计词频前先过滤停用词+单字+标点——榜单才能反映真实故障焦点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words = [w for w in words if w not in stopwords]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逐行看：STOP={'的','了','在','是'} 自建小表；filtered=[w for w in words if w not in STOP and len(w)&gt;1] 列表推导一行完成双滤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误区：词频不看停用词→Top10全是'的了我们'——白统计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进阶：哈工大停用词表(百度可下)覆盖更全；进阶按业务补充'正常/运行'这类'业务停用词'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词云核心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words = [w for t in texts for…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完成分词+停用词管线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完成分词+停用词管线——应用：见工单starter与教师参考实现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生成词云与Top10柱…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生成词云与Top10柱状图——应用：见工单starter与教师参考…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extract_tag…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extract_tags提取关键词——应用：见工单starter与…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撰写数据支撑的故障洞察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撰写数据支撑的故障洞察——应用：见工单starter与教师参考实现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词云核心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words = [w for t in texts for w in jieba.cut(t)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if w not in STOP and len(w) &gt; 1]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from wordcloud import WordCloud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    height=400, background_color="white")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wc.generate(" ".join(words)); wc.to_file("cloud.png")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中文变方块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没指定字体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font_path必填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Top10全是虚词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停用词未滤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扩STOP表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frequencies用错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传参类型错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generate吃文本串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1.3 · 工业故障分析报告生成系统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pip离线装jieba/wordcloud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分词+停用词过滤+词频统计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Top10柱状图(matplotlib)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分词正确+词云生成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停用词得当；词频图正确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分组对比词云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达标：洞察有数字支撑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按系统分组两朵词云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对比Top词差异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150字洞察结论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词云+词频+关键词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达标：三件产出齐全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分词停用词管线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词云+柱状图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extract_tags Top20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词云生成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1049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1049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达标：能出cloud.png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jieba分词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Counter统计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wordcloud出图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分词观察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2633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2633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达标：能读Top10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运行分词示例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加停用词再跑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对比两次Top词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决策：分词调优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手段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停用词表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自定义词典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词云中文变方块的原因？如何解决？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分词正确+词云生成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停用词得当；词频图正确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c85eb84616da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pip与离线whl：pip=应用商店；whl=下载好的安装包——断…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jieba分词：jieba=中文切词刀：英文按空格切，中文得靠…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停用词过滤：停用词=搭头话：'的/了/在'没信息量，先请出场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①工单1.3收尾跑绿并上传 ②错题本记1条 ③预习微课+导学单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撰写200字故障规律分析结论；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预习Pillow图像处理基础。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学号_姓名_W09.py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把故障数据画成一朵云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工单1.3跑绿并上传学习平台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把故障数据画成一朵云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读懂成千上万条故障描述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