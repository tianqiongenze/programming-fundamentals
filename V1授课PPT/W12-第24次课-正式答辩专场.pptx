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W12 · 第24次课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正式答辩专场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762949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76294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40189" y="3931920"/>
            <a:ext cx="1549400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40189" y="3931920"/>
            <a:ext cx="1549400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综合项目答辩专场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12周能力集成交付：第23次课终验联调+预答辩，第24次课正式答辩专场（企业导师联合评审）。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答辩被问‘脏数据会怎样’你怎么演示？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477D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综合项目——重点：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系统架构设计（模块划分与数据流）；各知识点的集成运用；演示…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连不上PLC：模拟器没启动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修法：先跑虚拟产线--check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D6D7E"/>
                </a:solidFill>
                <a:latin typeface="Microsoft YaHei"/>
                <a:ea typeface="Microsoft YaHei"/>
              </a:rPr>
              <a:t>本节主线：checklist三清单：功能/规范/演示——应用：见工单… / 答辩结构：1分工+5演示+2总结——应用：见工单start… / bad-case预案：评委必点脏数据——应用：见工单sta…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综合运用OOP、容器、文件、第三方库、网络编程知识构建完整系统；理解工业数据处理全流程。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能够独立完成系统设计、开发、调试与展示答辩；代码规范率≥90%（优秀≥95%）；能够清晰表达设计思路并回答技术问题。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体验完整项目交付流程，培养团队协作、时间管理与成果表达的综合职业素养。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46055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46055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1.正式答辩(8+5分…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584401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58440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2.组间互评+个人反思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544015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54401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3.提交代码/报告/P…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本章聚焦：综合项目——重点： · 系统架构设计（模块划分与数据流）；…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贡献表与Git核对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("贡献表与Git核对=谁写了哪几行，git log --auth…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个人问责制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("个人问责制=每个模块有唯一责任人，出了问题找得到人、改进有人认…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时间盒弹性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('时间盒=给每项任务定死时长（答问3分钟/演示4分钟），到点即停…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05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B04 贡献表与Git核对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贡献表对Git=口头对台账——谁写的代码提交记录说了算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原理：贡献表与Git核对=谁写了哪几行，git log --author一查便知——数字时代的人人尽责，防'搭便车'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搭便车识别——贡献与commit交叉验证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怎么判断：小组答辩必备：贡献表列每人模块+commit数+代码行数，Git记录即铁证——答辩前一晚对表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贡献表写'数据清洗'→Git查确有对应commit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逐行看：git log --oneline --author=小郑 | wc -l 提交数；git shortlog -s 每人总览——贡献表三列：模块/提交数/行数，评委扫码可验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误区：临时补commit痕迹——时间戳造不了假，证据链闭环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进阶：commit规范(本周W2学的)此刻派上用场：feat/fix前缀让贡献类型一目了然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贡献表与Git核对：一张图看懂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383324"/>
            <a:ext cx="7278624" cy="37164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d377833423106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0756"/>
            <a:ext cx="7223760" cy="3661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外键 FK 把四张表串成一张网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1:N 关系：一台设备多个测点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追问：误区：临时补commit痕迹——时间戳造不了假，证据链闭环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一句话：贡献表对Git=口头对台账——谁写的代码提交记录说了算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何时用：搭便车识别——贡献与commit交叉验证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B05 个人问责制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个人问责=随机点名必答题——组分与个人分分开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原理：个人问责制=每个模块有唯一责任人，出了问题找得到人、改进有人认领——比'大家一起负责'诚实且有效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防止一人干活全组得分——费曼带徒的最终检验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怎么判断：小组项目分工表写明：模块→责任人→交付标准——答辩时每人讲自己那段的why不只是what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评委点任意成员：'这段函数讲讲为什么这样写'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逐行看：分工表三列冻结在README：采集/小郑/工单1.5、清洗/小刘/工单1.2——出了bug按表找人，改进按表验收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误区：平时不听答辩现学——讲不清个人分扣，日常费曼才是本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进阶：复盘会按表过一遍：延误项+原因+下周对策——问责不是追责，是让'谁的娃谁抱走'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个人问责制：一张图看懂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10cd5bc4e95b8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追问：误区：平时不听答辩现学——讲不清个人分扣，日常费曼才是本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一句话：个人问责=随机点名必答题——组分与个人分分开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何时用：防止一人干活全组得分——费曼带徒的最终检验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B06 时间盒弹性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时间盒弹性=人多就切5+3分钟——超时打断不解释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原理：时间盒=给每项任务定死时长（答问3分钟/演示4分钟），到点即停——弹性预留20%缓冲吸收意外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&gt;6组的答辩时间管理——超时是答辩大忌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怎么判断：答辩当天最怕拖堂与超时：时间盒强制节奏，缓冲段吸收设备故障等意外——守时本身就是专业度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提前掐表彩排一遍——5分钟演示里只放亮点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逐行看：12分钟切成盒：痛点2/方案4/演示4/反思2；彩排超时先砍方案细节保演示完整——砍的优先级提前想好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误区：超时想讲完——果断收尾比讲完更得分，评委记节奏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进阶：番茄钟同一原理用于开发期：25分钟一盒专注+5分钟休——答辩时间盒是它的临场版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本章聚焦：综合项目——重点： · 系统架构设计（模块划分与数据流）；…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项目骨架(四类分工)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class Collector:      # A: 采集…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按checklist完…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按checklist完成终验自查——应用：见工单starter与教…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组内预答辩互问热身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组内预答辩互问热身——应用：见工单starter与教师参考实现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限时演示与规范表达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限时演示与规范表达——应用：见工单starter与教师参考实现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提交物齐套打包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提交物齐套打包——应用：见工单starter与教师参考实现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项目骨架(四类分工)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class Collector:      # A: 采集(Modbus/文件)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collect(self): ...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class Cleaner:        # B: 清洗(三维验证)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clean(self, rows): ...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class Analyzer:       # C: 分析(阈值+统计)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analyze(self, rows): ...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class Reporter:       # D: 文档(PDF报告)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build(self, stats):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12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现场装依赖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没提前试跑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答辩机预演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只讲不演示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空谈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必须现场运行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超时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没掐表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按5+3彩排两遍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本章聚焦：综合项目——重点： · 系统架构设计（模块划分与数据流）；…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Z · 综合项目答辩专场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正式答辩(8+5分钟)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组间互评+个人反思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提交代码/报告/PPT/视频/贡献表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功能基本完整+能演示主流程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规范率≥95%+架构清晰+创新点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脱稿架构讲解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285410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28541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达标：2分钟讲清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画架构图脱稿讲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bad-case演示准备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创新点陈述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答辩主力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达标：答问准确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8分钟演示彩排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必答题准备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分工说明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模块讲解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达标：讲清自己模块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负责模块演示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答1个模块问题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过程记录提交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参与汇报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达标：能答基础问题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说清自己做了什么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回答1基础题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反思一页纸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正式答辩流程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环节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时长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现场运行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问答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5min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必答+抽答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6966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7024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决策纪律：按D/C/B/A四级现场评分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答辩被问‘脏数据会怎样’你怎么演示？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功能基本完整+能演示主流程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规范率≥95%+架构清晰+创新点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8e6b586ecdd18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贡献表与Git核对：贡献表对Git=口头对台账——谁写的代码提交记…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个人问责制：个人问责=随机点名必答题——组分与个人分分开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时间盒弹性：时间盒弹性=人多就切5+3分钟——超时打断不解释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①工单Z收尾跑绿并上传 ②错题本记1条 ③预习微课+导学单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提交综合项目完整材料：代码、报告、演示视频；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完成课程学习反思（一页纸总结）；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了解后续《AI应用基础》课程衔接内容。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学号_姓名_W12.py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综合项目答辩 · 把12周装进一个故事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课程收官：把所学串成完整交付物，答辩见真章。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工单Z跑绿并上传学习平台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综合项目答辩 · 把12周装进一个故事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W12-24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正式答辩专场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