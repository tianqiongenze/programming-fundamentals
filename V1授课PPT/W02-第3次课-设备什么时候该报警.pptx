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8" r:id="rId29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07688"/>
            <a:ext cx="5029200" cy="384262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2611282" cy="289559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2611282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Python编程基础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670F"/>
                </a:solidFill>
                <a:latin typeface="Microsoft YaHei"/>
                <a:ea typeface="Microsoft YaHei"/>
              </a:rPr>
              <a:t>W02 · 第3次课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设备什么时候该报警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988976" cy="27749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988976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0.2a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66216" y="3931920"/>
            <a:ext cx="1645384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66216" y="3931920"/>
            <a:ext cx="1645384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工业实时告警系统Ⅰ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287748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28774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本节（上）：基础实现 · 概念打底 + D/C层保底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中控室要求温度/压力自动分级告警：超预警提示、超危险停机。本次完成判断逻辑。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课程定位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02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COURSE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这门课站在哪：定位与出路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四年后你手里的证书与岗位，都从这门课出发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1920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课程性质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专业核心基础课：零基础新生的编程第一课（模块0-2贯通）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371600"/>
            <a:ext cx="64008" cy="1920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6179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面向岗位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179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工业数据采集技术员 / 边缘计算运维 / 平台运维员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3456432"/>
            <a:ext cx="64008" cy="1920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对接证书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Python开发（工信部）· AI应用实践 · 企业应用实施工程师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7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0147" y="3456432"/>
            <a:ext cx="64008" cy="1920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6179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课程衔接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6179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前：计算机文化基础 → 本课12周 → 后：AI应用基础/项目实战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468112"/>
            <a:ext cx="1124071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5559552"/>
            <a:ext cx="54864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本课程路线图（当前周高亮）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开发环境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9509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9509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W2</a:t>
            </a:r>
            <a:r>
              <a:rPr sz="800" b="0">
                <a:solidFill>
                  <a:srgbClr val="F0E6D8"/>
                </a:solidFill>
                <a:latin typeface="Microsoft YaHei"/>
                <a:ea typeface="Microsoft YaHei"/>
              </a:rPr>
              <a:t>
条件判断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9524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9524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W3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循环结构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9539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539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W4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类与对象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554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554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继承与多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9569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9569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异常处理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5847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5847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容器与字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99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99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文件I/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9614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9614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jieb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9629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9629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W10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Pill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9644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644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W11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网络编程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96600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96600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W12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综合项目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剧情情境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738541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738541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SCENARIO · 两江智造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车间今天发生了什么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连续剧情 · 你（小郑）的第3次出场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34633"/>
            <a:ext cx="4261104" cy="3268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62065"/>
            <a:ext cx="4206240" cy="321383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10328" y="1417320"/>
            <a:ext cx="6805879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10328" y="1417320"/>
            <a:ext cx="6805879" cy="914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1691640"/>
            <a:ext cx="6257239" cy="1920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1C2833"/>
                </a:solidFill>
                <a:latin typeface="Microsoft YaHei"/>
                <a:ea typeface="Microsoft YaHei"/>
              </a:rPr>
              <a:t>中控室要求温度/压力自动分级告警：超预警提示、超危险停机。本次完成判断逻辑。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10328" y="4005072"/>
            <a:ext cx="6805879" cy="16002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38928" y="4160520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8928" y="4160520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本课工单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133088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0.2a · 工业实时告警系统Ⅰ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8" y="4636008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4636008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交付要点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608576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实现两级温度阈值判断(80/95℃)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38928" y="5111496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8928" y="5111496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交付要点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084064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设计alarm(level,msg)告警函数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5303520"/>
            <a:ext cx="128016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D6D7E"/>
                </a:solidFill>
                <a:latin typeface="Microsoft YaHei"/>
                <a:ea typeface="Microsoft YaHei"/>
              </a:rPr>
              <a:t>出场人物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8776" y="5266944"/>
            <a:ext cx="71475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08776" y="5266944"/>
            <a:ext cx="71475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王主任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33260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33260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李姐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23124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3124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小郑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知识目标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掌握if/elif/else条件判断结构；掌握逻辑运算符组合条件的方法；理解多级告警的业务分级逻辑。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能够编写含多条件嵌套判断的工业监测程序；能够设计≥1个告警函数；代码规范率≥70%。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素质目标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培养严谨的逻辑思维（边界条件全覆盖），树立工业安全“宁可信其有”的告警意识。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477D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719021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719021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1.实现两级温度阈值判…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834" y="4535424"/>
            <a:ext cx="1156309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3834" y="4535424"/>
            <a:ext cx="1156309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2.设计alarm(l…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77860" y="4535424"/>
            <a:ext cx="1522476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77860" y="4535424"/>
            <a:ext cx="152247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3.边界五组测试(79…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本章聚焦：条件判断——重点： · if/elif/else的执行流程…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if/elif/else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('if/elif/else自上而下短路执行：命中一个分支立即跳出…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比较与赋值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('==是比较运算符算出True/False，=是赋值语句不返回值…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逻辑运算and/or/n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("and全真才真、or一真即真、not取反——组合条件按'短路求…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W02-03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B01 if/elif/else分支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程序岔路口：if问一句'满不满足'，满足走这条路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原理：if/elif/else自上而下短路执行：命中一个分支立即跳出，剩余条件不再看——顺序就是优先级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温度超限告警/振动分级——车间判断全走岔路口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怎么判断：多级告警必须'先判危险再判警告'：95℃停机条件放最前，写反了80℃先命中、危险被吞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if temp&gt;=80: print('报警') else: print('正常')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逐行看：if temp&gt;=95: 停机 —— 第一道筛最危险；elif temp&gt;=80: 警告 —— 前面不中才轮到它；else: 正常 —— 兜底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误区：缩进漏4空格→IndentationError——缩进即语法不是美观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进阶：条件超过4层改用字典映射级别号；match-case(Python 3.10+)结构化分支更清晰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if/elif/else分支：一张图看懂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2968" y="1362456"/>
            <a:ext cx="7188800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844d61ca1e9f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00" y="1389888"/>
            <a:ext cx="7133936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elif 顺序就是优先级：先判危险再判警告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边界值 79.9/80/80.1 三测法必做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追问：误区：缩进漏4空格→IndentationError——缩进即语法不是美观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一句话：程序岔路口：if问一句'满不满足'，满足走这条路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何时用：温度超限告警/振动分级——车间判断全走岔路口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B02 比较与赋值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=是'装进去'，==是'比一比'——一横之差意思全变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原理：==是比较运算符算出True/False，=是赋值语句不返回值——把==写成=在条件里直接SyntaxError，这是安全的 typo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告警判断写错=误操作——if temp=80直接语法错误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怎么判断：判断字段相等用==；给变量存值用=；if里出现单=是硬错误，编译器帮你拦住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if temp == 80: print('到限')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逐行看：temp==80 问'等于吗'→False；temp=80 是'存80'→无返回值；&gt;=80 是≥含等号（80本身触发）——边界归属想清楚再选符号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误区：=写进if→SyntaxError；比较浮点用差值&lt;1e-6不用==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进阶：连续比较80&lt;=temp&lt;95数学写法Python原生支持；is只用于None判断，值比较永远用==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比较与赋值：一张图看懂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2968" y="1362456"/>
            <a:ext cx="7188800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8ac4077fb173b1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00" y="1389888"/>
            <a:ext cx="7133936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elif 顺序就是优先级：先判危险再判警告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边界值 79.9/80/80.1 三测法必做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追问：误区：=写进if→SyntaxError；比较浮点用差值&lt;1e-6不用==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一句话：=是'装进去'，==是'比一比'——一横之差意思全变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何时用：告警判断写错=误操作——if temp=80直接语法错误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B03 逻辑运算and/or/not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and同真才真/or一真即真/not翻面——复杂条件加括号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原理：and全真才真、or一真即真、not取反——组合条件按'短路求值'：and左假即停、or左真即停，省掉无谓计算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温度高且振动大才停机——多条件联锁判断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怎么判断：温度且振动同超才升级（and防误报）；温度或电流任一超即查（or防漏报）；not反转'设备不在维护态'这类否定条件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if (temp&gt;=80) and (vib&gt;4.5): 停机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逐行看：(temp&gt;=80) and (vib&gt;4.5) 两个括号显式分组免歧义；not device.in_maint 在维护中则不告警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误区：优先级记不清就全加括号——and比or优先，加括号最稳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进阶：短路特性可当保护用：if door_closed and start_press(): 门没关就不按启动；多重条件抽成具名函数is_danger(t,v)可读性翻倍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逻辑运算and/or/not：一张图看懂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4112" y="1362456"/>
            <a:ext cx="668651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e86a99a8c2768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44" y="1389888"/>
            <a:ext cx="663164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温度用 float：留小数才精确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'78.5' 加引号就是文本不能加减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追问：误区：优先级记不清就全加括号——and比or优先，加括号最稳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一句话：and同真才真/or一真即真/not翻面——复杂条件加括号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何时用：温度高且振动大才停机——多条件联锁判断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本章聚焦：条件判断——重点： · if/elif/else的执行流程…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两级判断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if temp &gt;= 95: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编写多级阈值判断逻辑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编写多级阈值判断逻辑——应用：见工单starter与教师参考实现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设计alarm告警函数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设计alarm告警函数——应用：见工单starter与教师参考实现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边界五组全覆盖测试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边界五组全覆盖测试——应用：见工单starter与教师参考实现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用流程图先行梳理分支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用流程图先行梳理分支——应用：见工单starter与教师参考实现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W02-03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两级判断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0F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if temp &gt;= 95: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alarm(3, f"温度{temp}℃超危险线，停机！")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elif temp &gt;= 80: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alarm(2, f"温度{temp}℃超预警线")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else: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alarm(1, "运行正常")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95分支永不执行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elif顺序反了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先判危险再预警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=用在条件里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语法错误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改==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边界80落错分支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用了&gt;而非&gt;=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按需求选&gt;=/&gt;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本章聚焦：条件判断——重点： · if/elif/else的执行流程…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W02-03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工单 0.2a · 工业实时告警系统Ⅰ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实现两级温度阈值判断(80/95℃)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设计alarm(level,msg)告警函数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边界五组测试(79.9/80/94.9/95/100)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≥2个if判断+1个告警函数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670F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三级告警+边界全对+规范率≥85%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三级告警+去重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53095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53095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达标：边界全对+日志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温度压力同时超限升紧急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同设备同级10秒去重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告警写alarm.log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两级判断完整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46189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46189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达标：边界五组通过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80/95双阈值判断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alarm函数封装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五组边界测试输出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F5670F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单级判断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46189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46189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达标：两组边界通过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温度≥80判断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输出告警信息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测试79.9/80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14477D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跟做改值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46189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46189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达标：能改阈值再跑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运行示例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把80改成75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观察输出变化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课堂教法：四步法（第1-6周）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时长/课时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9028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92808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0410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7316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原理+工业背景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27782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0410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实时代码演示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762756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模仿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0410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跟做保底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697730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练习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50410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7316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独立+小步成功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5678424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5779008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4477D"/>
                </a:solidFill>
                <a:latin typeface="Microsoft YaHei"/>
                <a:ea typeface="Microsoft YaHei"/>
              </a:rPr>
              <a:t>决策纪律：第7周起切换为完整六步法（资讯·计划课前线上）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C2833"/>
                </a:solidFill>
                <a:latin typeface="Microsoft YaHei"/>
                <a:ea typeface="Microsoft YaHei"/>
              </a:rPr>
              <a:t>temp=80时，‘temp&gt;=80’和‘temp&gt;80’结果分别是什么？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477D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≥2个if判断+1个告警函数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三级告警+边界全对+规范率≥85%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bedd11f3c23e2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if/elif/else分支：程序岔路口：if问一句'满不满足'，满足走这条路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比较与赋值：=是'装进去'，==是'比一比'——一横之差意…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逻辑运算and/or/not：and同真才真/or一真即真/not翻面——复…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①工单0.2a收尾跑绿并上传 ②错题本记1条 ③预习微课+导学单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W02-03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1. 完成工单项目0.2（上）：实现≥2个if条件判断、设计≥1个告警函数；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523744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23744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2505456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2. 手绘多级告警流程图一张并标注边界条件；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090672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090672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3072384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3. 预习for/while循环结构。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学号_姓名_W02.py + 运行截图（含文件名）+ 工单决策记录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多级告警逻辑设计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告警逻辑单机版通过，但王主任要的是'一块屏看全部'。李姐提醒：十台设备×全天循环，靠复制粘贴要写到明年——工单0.2b：用循环和函数，让告警系统自动转起来。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477D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工单0.2a跑绿并上传学习平台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下次课 → 多级告警逻辑设计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W02-03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设备什么时候该报警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