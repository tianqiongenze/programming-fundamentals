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W02 · 第3次课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设备什么时候该报警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88976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8897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6216" y="3931920"/>
            <a:ext cx="164538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6216" y="3931920"/>
            <a:ext cx="164538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工业实时告警系统Ⅰ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中控室要求温度/压力自动分级告警：超预警提示、超危险停机。本次完成判断逻辑。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中控室要求温度/压力自动分级告警：超预警提示、超危险停机。本次完成判断逻辑。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0.2a · 工业实时告警系统Ⅰ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实现两级温度阈值判断(80/95℃)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设计alarm(level,msg)告警函数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1.实现两级温度阈值判…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5630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563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2.设计alarm(l…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2247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224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3.边界五组测试(79…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if/elif/else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('if/elif/else自上而下短路执行：命中一个分支立即跳出…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比较与赋值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('==是比较运算符算出True/False，=是赋值语句不返回值…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逻辑运算and/or/n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("and全真才真、or一真即真、not取反——组合条件按'短路求…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if/elif/else分支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程序岔路口：if问一句'满不满足'，满足走这条路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原理：if/elif/else自上而下短路执行：命中一个分支立即跳出，剩余条件不再看——顺序就是优先级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温度超限告警/振动分级——车间判断全走岔路口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怎么判断：多级告警必须'先判危险再判警告'：95℃停机条件放最前，写反了80℃先命中、危险被吞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temp&gt;=80: print('报警') else: print('正常')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逐行看：if temp&gt;=95: 停机 —— 第一道筛最危险；elif temp&gt;=80: 警告 —— 前面不中才轮到它；else: 正常 —— 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误区：缩进漏4空格→IndentationError——缩进即语法不是美观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进阶：条件超过4层改用字典映射级别号；match-case(Python 3.10+)结构化分支更清晰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if/elif/else分支：一张图看懂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844d61ca1e9f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追问：误区：缩进漏4空格→IndentationError——缩进即语法不是美观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一句话：程序岔路口：if问一句'满不满足'，满足走这条路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何时用：温度超限告警/振动分级——车间判断全走岔路口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比较与赋值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=是'装进去'，==是'比一比'——一横之差意思全变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原理：==是比较运算符算出True/False，=是赋值语句不返回值——把==写成=在条件里直接SyntaxError，这是安全的 typo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告警判断写错=误操作——if temp=80直接语法错误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怎么判断：判断字段相等用==；给变量存值用=；if里出现单=是硬错误，编译器帮你拦住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temp == 80: print('到限')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逐行看：temp==80 问'等于吗'→False；temp=80 是'存80'→无返回值；&gt;=80 是≥含等号（80本身触发）——边界归属想清楚再选符号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误区：=写进if→SyntaxError；比较浮点用差值&lt;1e-6不用==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进阶：连续比较80&lt;=temp&lt;95数学写法Python原生支持；is只用于None判断，值比较永远用==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比较与赋值：一张图看懂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ac4077fb173b1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追问：误区：=写进if→SyntaxError；比较浮点用差值&lt;1e-6不用==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一句话：=是'装进去'，==是'比一比'——一横之差意思全变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何时用：告警判断写错=误操作——if temp=80直接语法错误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逻辑运算and/or/not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and同真才真/or一真即真/not翻面——复杂条件加括号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原理：and全真才真、or一真即真、not取反——组合条件按'短路求值'：and左假即停、or左真即停，省掉无谓计算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温度高且振动大才停机——多条件联锁判断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怎么判断：温度且振动同超才升级（and防误报）；温度或电流任一超即查（or防漏报）；not反转'设备不在维护态'这类否定条件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(temp&gt;=80) and (vib&gt;4.5): 停机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逐行看：(temp&gt;=80) and (vib&gt;4.5) 两个括号显式分组免歧义；not device.in_maint 在维护中则不告警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误区：优先级记不清就全加括号——and比or优先，加括号最稳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进阶：短路特性可当保护用：if door_closed and start_press(): 门没关就不按启动；多重条件抽成具名函数is_danger(t,v)可读性翻倍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逻辑运算and/or/not：一张图看懂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e86a99a8c276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追问：误区：优先级记不清就全加括号——and比or优先，加括号最稳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一句话：and同真才真/or一真即真/not翻面——复杂条件加括号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何时用：温度高且振动大才停机——多条件联锁判断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两级判断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if temp &gt;= 95: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编写多级阈值判断逻辑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编写多级阈值判断逻辑——应用：见工单starter与教师参考实现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设计alarm告警函数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设计alarm告警函数——应用：见工单starter与教师参考实现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边界五组全覆盖测试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边界五组全覆盖测试——应用：见工单starter与教师参考实现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用流程图先行梳理分支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用流程图先行梳理分支——应用：见工单starter与教师参考实现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两级判断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if temp &gt;= 95: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alarm(3, f"温度{temp}℃超危险线，停机！")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elif temp &gt;= 80: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alarm(2, f"温度{temp}℃超预警线")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else: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alarm(1, "运行正常")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95分支永不执行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elif顺序反了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先判危险再预警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=用在条件里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语法错误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改==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边界80落错分支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用了&gt;而非&gt;=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按需求选&gt;=/&gt;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0.2a · 工业实时告警系统Ⅰ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实现两级温度阈值判断(80/95℃)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设计alarm(level,msg)告警函数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边界五组测试(79.9/80/94.9/95/100)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≥2个if判断+1个告警函数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三级告警+边界全对+规范率≥85%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三级告警+去重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3095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3095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达标：边界全对+日志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温度压力同时超限升紧急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同设备同级10秒去重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告警写alarm.log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两级判断完整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达标：边界五组通过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80/95双阈值判断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alarm函数封装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五组边界测试输出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单级判断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达标：两组边界通过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温度≥80判断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输出告警信息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测试79.9/80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跟做改值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达标：能改阈值再跑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把80改成75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观察输出变化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temp=80时，‘temp&gt;=80’和‘temp&gt;80’结果分别是什么？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≥2个if判断+1个告警函数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三级告警+边界全对+规范率≥85%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bedd11f3c23e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if/elif/else分支：程序岔路口：if问一句'满不满足'，满足走这条路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比较与赋值：=是'装进去'，==是'比一比'——一横之差意…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逻辑运算and/or/not：and同真才真/or一真即真/not翻面——复…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①工单0.2a收尾跑绿并上传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完成工单项目0.2（上）：实现≥2个if条件判断、设计≥1个告警函数；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手绘多级告警流程图一张并标注边界条件；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预习for/while循环结构。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多级告警逻辑设计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工单0.2a跑绿并上传学习平台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多级告警逻辑设计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设备什么时候该报警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