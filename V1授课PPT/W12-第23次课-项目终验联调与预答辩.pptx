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W12 · 第23次课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项目终验联调与预答辩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762949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76294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40189" y="3931920"/>
            <a:ext cx="1859026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40189" y="3931920"/>
            <a:ext cx="185902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综合项目终验与预答辩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12周能力集成交付：第23次课终验联调+预答辩，第24次课正式答辩专场（企业导师联合评审）。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你（小郑）的第23次出场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12周能力集成交付：第23次课终验联调+预答辩，第24次课正式答辩专场（企业导师联合评审）。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Z · 综合项目终验与预答辩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分段验收: 采集→处理→报告模块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checklist自查互查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综合运用OOP、容器、文件、第三方库、网络编程知识构建完整系统；理解工业数据处理全流程。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能够独立完成系统设计、开发、调试与展示答辩；代码规范率≥90%（优秀≥95%）；能够清晰表达设计思路并回答技术问题。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体验完整项目交付流程，培养团队协作、时间管理与成果表达的综合职业素养。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68628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6862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1.分段验收: 采集→…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064768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06476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2.checklist…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4632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4632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3.组内预答辩互问热身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本章聚焦：综合项目——重点： · 系统架构设计（模块划分与数据流）；…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checklist三清单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('checklist三清单=功能(跑通了吗)·规范(命名/注释达…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答辩四段结构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('答辩四段结构=痛点(什么问题)→方案(怎么解决)→演示(现场跑…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bad-case预案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("bad-case预案=提前列出'演示可能翻车的点'并各备一招：…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checklist三清单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checklist=飞行前检查单：功能/规范/演示逐项打勾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原理：checklist三清单=功能(跑通了吗)·规范(命名/注释达标吗)·文档(README/注释齐吗)——终验前三张表逐项打勾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终验不靠记忆靠清单——工程师与飞行员同一套方法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怎么判断：答辩前的最后一道自检：功能清单跑、规范清单扫、文档清单过——三表全绿才有底气上台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□全部功能可跑 □PEP8规范 □运行截图齐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逐行看：功能：10项功能逐条运行截图；规范：pylint≥8.0、注释率≥20%；文档：README三段(简介/运行/结构)——逐项打勾留证据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误区：靠'我觉得都OK'——清单逐项过，漏一项扣一项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进阶：清单纳入Git仓库随代码版本化；CI流水线自动跑功能与规范两项——人只查机器查不了的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checklist三清单：一张图看懂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59d7171622151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追问：误区：靠'我觉得都OK'——清单逐项过，漏一项扣一项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一句话：checklist=飞行前检查单：功能/规范/演示逐项打勾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何时用：终验不靠记忆靠清单——工程师与飞行员同一套方法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答辩四段结构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四段=时间盒：1分钟分工+5分钟演示+2分钟总结+提问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原理：答辩四段结构=痛点(什么问题)→方案(怎么解决)→演示(现场跑)→反思(不足与下一步)——评委跟着你的叙事走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小组答辩8分钟时间盒——超时直接打断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怎么判断：12分钟答辩黄金骨架：2分钟痛点+4分钟方案+4分钟演示+2分钟反思——时间到点即切，演示是高分点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'我们4人分工…→现在演示…→收获是…'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逐行看：痛点讲王主任的原始场景(Excel躺三年)；方案放架构图(采集→清洗→分析→上报)；演示现场跑真实数据；反思讲1个真实踩坑+改进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误区：先讲代码再演示——先跑通给结果，评委要有耐心阈值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进阶：预演掐表三遍；演示数据提前固化（seed固定）防现场随机翻车；Q&amp;A准备三问三答卡片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bad-case预案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bad-case预案=答辩灭火器：评委必点脏数据，提前备好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原理：bad-case预案=提前列出'演示可能翻车的点'并各备一招：断网怎么办、数据空怎么办、模型慢怎么办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预演评委可能的刁钻输入——温度=abc不能崩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怎么判断：评委最爱在演示环节出难题——预案在手，翻车即救场，反而成加分项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输入'温度=abc'→友好报错并提示重输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逐行看：断网→切本地离线数据集；数据空→内置种子数据兜底；界面卡→预先录屏备份——三条预案写进答辩稿备注页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误区：崩溃不扣死分，崩溃无预案才扣——兜底体现工程态度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进阶：预案分级：可自愈(自动切兜底)/需口述(讲原理带过)；演示前一天全流程彩排一遍预案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bad-case预案：一张图看懂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d0a3668007da1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追问：误区：崩溃不扣死分，崩溃无预案才扣——兜底体现工程态度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一句话：bad-case预案=答辩灭火器：评委必点脏数据，提前备好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何时用：预演评委可能的刁钻输入——温度=abc不能崩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本章聚焦：综合项目——重点： · 系统架构设计（模块划分与数据流）；…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项目骨架(四类分工)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class Collector:      # A: 采集…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按checklist完…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按checklist完成终验自查——应用：见工单starter与教…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组内预答辩互问热身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组内预答辩互问热身——应用：见工单starter与教师参考实现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限时演示与规范表达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限时演示与规范表达——应用：见工单starter与教师参考实现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提交物齐套打包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提交物齐套打包——应用：见工单starter与教师参考实现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项目骨架(四类分工)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Collector:      # A: 采集(Modbus/文件)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collect(self): ...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Cleaner:        # B: 清洗(三维验证)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clean(self, rows): ...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Analyzer:       # C: 分析(阈值+统计)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analyze(self, rows): ...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class Reporter:       # D: 文档(PDF报告)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def build(self, stats):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现场装依赖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没提前试跑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答辩机预演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只讲不演示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空谈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必须现场运行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超时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没掐表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按5+3彩排两遍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本章聚焦：综合项目——重点： · 系统架构设计（模块划分与数据流）；…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Z · 综合项目终验与预答辩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分段验收: 采集→处理→报告模块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checklist自查互查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组内预答辩互问热身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可演示版本+checklist过半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终验全过+演示材料课前提交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脱稿架构讲解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285410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28541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达标：2分钟讲清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画架构图脱稿讲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bad-case演示准备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创新点陈述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答辩主力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达标：答问准确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8分钟演示彩排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必答题准备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分工说明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模块讲解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达标：讲清自己模块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负责模块演示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答1个模块问题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过程记录提交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参与汇报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达标：能答基础问题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说清自己做了什么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回答1基础题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反思一页纸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答辩预演：必答题分工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543747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题目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5575" y="1508760"/>
            <a:ext cx="543747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主答人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947672"/>
            <a:ext cx="540090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系统架构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863" y="1947672"/>
            <a:ext cx="540090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063240"/>
            <a:ext cx="540090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数据流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3063240"/>
            <a:ext cx="540090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4178808"/>
            <a:ext cx="540090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异常处理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3863" y="4178808"/>
            <a:ext cx="540090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决策纪律：组内每人至少主答1题(个人问责)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checklist三清单(功能/规范/演示)你组还差哪几项？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可演示版本+checklist过半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终验全过+演示材料课前提交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1882200dbdab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checklist三清单：checklist=飞行前检查单：功能/规范/…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答辩四段结构：四段=时间盒：1分钟分工+5分钟演示+2分钟总…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bad-case预案：bad-case预案=答辩灭火器：评委必点脏数…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①工单Z收尾跑绿并上传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提交综合项目完整材料：代码、报告、演示视频；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完成课程学习反思（一页纸总结）；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了解后续《AI应用基础》课程衔接内容。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学号_姓名_W12.py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正式答辩专场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课程收官：把所学串成完整交付物，答辩见真章。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工单Z跑绿并上传学习平台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正式答辩专场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W12-23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项目终验联调与预答辩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