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7" r:id="rId2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W02 · 第4次课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多级告警逻辑设计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88976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8897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0.2a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66216" y="3931920"/>
            <a:ext cx="1645384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66216" y="3931920"/>
            <a:ext cx="1645384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工业实时告警系统Ⅰ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中控室要求温度/压力自动分级告警：超预警提示、超危险停机。本次完成判断逻辑。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elif顺序写反会发生什么？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477D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条件判断——重点：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if/elif/else的执行流程；逻辑运算符优先级与短路…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SyntaxError：中文标点/冒号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修法：全用英文标点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D6D7E"/>
                </a:solidFill>
                <a:latin typeface="Microsoft YaHei"/>
                <a:ea typeface="Microsoft YaHei"/>
              </a:rPr>
              <a:t>本节主线：if/elif/else分支；缩进即语法——应用：见工单s… / 比较运算==/!=/&gt;=/&lt;=；=是赋值——应用：见工单s… / and/or/not组合条件(加括号)——应用：if te…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掌握if/elif/else条件判断结构；掌握逻辑运算符组合条件的方法；理解多级告警的业务分级逻辑。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能够编写含多条件嵌套判断的工业监测程序；能够设计≥1个告警函数；代码规范率≥70%。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培养严谨的逻辑思维（边界条件全覆盖），树立工业安全“宁可信其有”的告警意识。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657096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6570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1.温度+压力组合条件…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65709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6570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2.同时超限升级“紧急”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646326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64632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3.整理边界条件覆盖表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本章聚焦：条件判断——重点： · if/elif/else的执行流程…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嵌套判断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("嵌套判断是'先粗筛再细查'两层漏斗：外层定大类、内层定小类，缩…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边界值三测法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("计算机比较浮点有精度陷阱：79.99999≠80——边界值三测…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告警三级分级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('告警三级分级是工业惯例：提示(记录观察)→警告(加密监测)→停…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B04 嵌套判断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if里套if=先粗筛再细筛——像分拣机先挑大类再细分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原理：嵌套判断是'先粗筛再细查'两层漏斗：外层定大类、内层定小类，缩进层级=决策深度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先筛高危设备再定位具体泵——排查有先后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怎么判断：先分设备类型再分阈值档（不同设备阈值不同）时用嵌套；层级≤2为宜，3层以上说明该拆函数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if level=='alarm': 里层 if device=='PUMP-03'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逐行看：if dev=='PUMP': 外层筛泵类；if temp&gt;=80: 内层泵专属阈值 —— 换成VFD则走另一套内层——同类同阈值、异类各自一套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误区：嵌套超2层读不动——再深就抽函数（下节课）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进阶：深嵌套拍平技巧：早返回(guard clause)——不满足直接return；或用字典存每类设备的阈值配置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嵌套判断：一张图看懂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9233c19b197149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追问：误区：嵌套超2层读不动——再深就抽函数（下节课）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一句话：if里套if=先粗筛再细筛——像分拣机先挑大类再细分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何时用：先筛高危设备再定位具体泵——排查有先后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B05 边界值三测法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边界三测：限值前/限值上/限值后各测一遍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原理：计算机比较浮点有精度陷阱：79.99999≠80——边界值三测法用'贴线两侧+恰在线上'三个点验证分支归属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阈值80到底&gt;=还是&gt;——79.9/80/80.1三发子弹裁决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怎么判断：每写一个阈值判断必测三组：79.9(线下)/80.0(线上)/80.1(线上)——确认80归警告而非正常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80报不报？&gt;=80报 → 与'≥80报警'工艺单一致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逐行看：边界表逐行打勾：temp=79.9→正常、80.0→警告(含等号)、95.0→停机(含等号)——表格即测试用例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误区：只测中间值——工业验收规定边界必测，&gt;=和&gt;差一台停机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进阶：进阶把边界表写成pytest参数化用例自动回归；浮点比较用math.isclose(a,b)替代==防精度坑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边界值三测法：一张图看懂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2e1a1bd16922e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追问：误区：只测中间值——工业验收规定边界必测，&gt;=和&gt;差一台停机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一句话：边界三测：限值前/限值上/限值后各测一遍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何时用：阈值80到底&gt;=还是&gt;——79.9/80/80.1三发子弹裁决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B06 告警三级分级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提示=记本子/警告=喊人/停机=自动断——轻重分级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原理：告警三级分级是工业惯例：提示(记录观察)→警告(加密监测)→停机(通知班长)——级别对应响应动作，不是文字游戏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车间告警不能一刀切——分级响应才能不漏不大惊小怪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怎么判断：阈值+响应动作成对设计：70℃提示/80℃警告/95℃停机；响应里写清'谁在多久内做什么'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&gt;=90停机 / &gt;=80警告 / &gt;=70提示（elif顺序）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逐行看：level=3 if temp&gt;=95 else (2 if temp&gt;=80 else 1) 三元链算级别号；alarm(level,msg)按级别打不同前缀——[停机]红色意义即动作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误区：elif从严到窄写——先写&gt;=70会把90也截走，顺序即逻辑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进阶：级别映射用字典{95:3,80:2,70:1}+循环判档；生产系统告警还带迟滞(hysteresis)：回落2℃才解除防反复横跳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告警三级分级：一张图看懂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091f35fff6cf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追问：误区：elif从严到窄写——先写&gt;=70会把90也截走，顺序即逻辑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一句话：提示=记本子/警告=喊人/停机=自动断——轻重分级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何时用：车间告警不能一刀切——分级响应才能不漏不大惊小怪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本章聚焦：条件判断——重点： · if/elif/else的执行流程…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两级判断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if temp &gt;= 95: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编写多级阈值判断逻辑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编写多级阈值判断逻辑——应用：见工单starter与教师参考实现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设计alarm告警函数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设计alarm告警函数——应用：见工单starter与教师参考实现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边界五组全覆盖测试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边界五组全覆盖测试——应用：见工单starter与教师参考实现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用流程图先行梳理分支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用流程图先行梳理分支——应用：见工单starter与教师参考实现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12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两级判断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if temp &gt;= 95: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alarm(3, f"温度{temp}℃超危险线，停机！")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elif temp &gt;= 80: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alarm(2, f"温度{temp}℃超预警线")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else: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alarm(1, "运行正常")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95分支永不执行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elif顺序反了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先判危险再预警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=用在条件里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语法错误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改==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边界80落错分支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用了&gt;而非&gt;=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按需求选&gt;=/&gt;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本章聚焦：条件判断——重点： · if/elif/else的执行流程…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0.2a · 工业实时告警系统Ⅰ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温度+压力组合条件(and/or加括号)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同时超限升级“紧急”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整理边界条件覆盖表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≥2个if判断+1个告警函数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嵌套清晰；边界表完整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三级告警+去重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3095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3095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达标：边界全对+日志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温度压力同时超限升紧急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同设备同级10秒去重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告警写alarm.log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两级判断完整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达标：边界五组通过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80/95双阈值判断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alarm函数封装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五组边界测试输出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单级判断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达标：两组边界通过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温度≥80判断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输出告警信息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测试79.9/80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跟做改值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达标：能改阈值再跑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运行示例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把80改成75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观察输出变化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课堂教法：四步法（第1-6周）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时长/课时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原理+工业背景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27782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实时代码演示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762756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模仿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跟做保底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697730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练习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0410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316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独立+小步成功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67842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77900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决策纪律：第7周起切换为完整六步法（资讯·计划课前线上）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elif顺序写反会发生什么？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≥2个if判断+1个告警函数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嵌套清晰；边界表完整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8d1e859c45c14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嵌套判断：if里套if=先粗筛再细筛——像分拣机先挑大类…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边界值三测法：边界三测：限值前/限值上/限值后各测一遍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告警三级分级：提示=记本子/警告=喊人/停机=自动断——轻重…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①工单0.2a收尾跑绿并上传 ②错题本记1条 ③预习微课+导学单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完成工单项目0.2（上）：实现≥2个if条件判断、设计≥1个告警函数；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手绘多级告警流程图一张并标注边界条件；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预习for/while循环结构。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学号_姓名_W02.py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让程序自己跑起来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告警逻辑单机版通过，但王主任要的是'一块屏看全部'。李姐提醒：十台设备×全天循环，靠复制粘贴要写到明年——工单0.2b：用循环和函数，让告警系统自动转起来。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工单0.2a跑绿并上传学习平台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让程序自己跑起来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W02-04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多级告警逻辑设计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