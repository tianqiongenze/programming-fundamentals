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5" r:id="rId2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07688"/>
            <a:ext cx="5029200" cy="384262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2611282" cy="289559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2611282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Python编程基础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670F"/>
                </a:solidFill>
                <a:latin typeface="Microsoft YaHei"/>
                <a:ea typeface="Microsoft YaHei"/>
              </a:rPr>
              <a:t>W09 · 第18次课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把故障数据画成一朵云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905377" cy="27749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905377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1.3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82617" y="3931920"/>
            <a:ext cx="2168652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82617" y="3931920"/>
            <a:ext cx="2168652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工业故障分析报告生成系统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运维部要“一页纸”故障规律报告：分词→关键词→词云+柱状图。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W09-18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02 /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TF-IDF关键词和词频Top10会一样吗？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477D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· 文本分析——重点：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C2833"/>
                </a:solidFill>
                <a:latin typeface="Microsoft YaHei"/>
                <a:ea typeface="Microsoft YaHei"/>
              </a:rPr>
              <a:t>· jieba三种分词模式的选择；关键词提取流程；wordcl…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8A6D1D"/>
                </a:solidFill>
                <a:latin typeface="Microsoft YaHei"/>
                <a:ea typeface="Microsoft YaHei"/>
              </a:rPr>
              <a:t>float('err')崩：未预判
</a:t>
            </a:r>
            <a:r>
              <a:rPr sz="1100" b="0">
                <a:solidFill>
                  <a:srgbClr val="17855A"/>
                </a:solidFill>
                <a:latin typeface="Microsoft YaHei"/>
                <a:ea typeface="Microsoft YaHei"/>
              </a:rPr>
              <a:t>修法：try转换或errors处理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D6D7E"/>
                </a:solidFill>
                <a:latin typeface="Microsoft YaHei"/>
                <a:ea typeface="Microsoft YaHei"/>
              </a:rPr>
              <a:t>本节主线：pip安装与离线whl安装——应用：见工单starter与… / jieba.cut精确分词——应用：见工单starter与… / 停用词过滤提升信噪比——应用：见工单starter与教师参…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W09-18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03 /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掌握pip安装第三方库的方法；掌握jieba分词与关键词提取；理解词云可视化的原理与配置。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能够完成“文本→分词→关键词→词云”的完整分析链路；能够结合matplotlib呈现分析结果；代码规范率≥85%。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体会数据可视化对管理决策的沟通价值，培养从数据中提炼洞察的分析习惯。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4477D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468628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46862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1.词云生成(字体fo…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032459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032459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2.extract_t…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503629" cy="241300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503629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3.撰写≤150字故障…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本章聚焦：文本分析——重点： · jieba三种分词模式的选择；关键…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Counter词频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('Counter是计数字典的强化版：most_common(n)…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TF-IDF关键词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("TF-IDF给词打'含金量'：出现多的词(TF)乘以'只在少数…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wordcloud中文字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('wordcloud默认字体不含中文——必须font_path指…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W09-18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W09-18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05 /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B04 Counter词频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Counter=计票员：过一遍全记下，most_common(n)念前n名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原理：Counter是计数字典的强化版：most_common(n)直接给TopN——词频统计三行代码的事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故障报告高频词排行——维修重点的风向标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怎么判断：凡'数出现次数/取前几名'的场景：词频、告警类型分布、设备故障排行——Counter包办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Counter(words).most_common(10)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逐行看：cnt=Counter(filtered) 一行数完；cnt.most_common(10) Top10榜单[(词,次数),...]——for w,c in ... 直接遍历打榜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误区：手写dict计数30行——Counter一行搞定，字典子类白送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进阶：Counter间可加减（两月词频做差看新增话题）；update()增量累计；matplotlib画横向条形图即词云数据底座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W09-18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06 /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B05 TF-IDF关键词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TF-IDF=本篇常讲+别人少讲=这篇的关键词——稀有度加权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原理：TF-IDF给词打'含金量'：出现多的词(TF)乘以'只在少数文档出现'(IDF)——'设备'哪都有不值钱，'气孔'独此一份是金词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'气蚀'比'设备'更能代表这篇报告——专属词升权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怎么判断：词频看热度、TF-IDF看辨识度：从几百条报修里提炼'关键词'上榜，TF-IDF比裸词频更准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TfidfVectorizer().fit_transform(docs)——sklearn一行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逐行看：from jieba.analyse import extract_tags; extract_tags(text,topK=5) 一行出前5关键词——内部就是TF-IDF打分排序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误区：TF-IDF值不是词频——是权重分，值越大越具代表性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进阶：withWeight=True同时返回权重值；进阶用sklearn的TfidfVectorizer做全文档矩阵（下学期机器学习课主修）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W09-18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07 /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TF-IDF关键词：一张图看懂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383324"/>
            <a:ext cx="7278624" cy="37164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070f827a835bc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410756"/>
            <a:ext cx="7223760" cy="36615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外键 FK 把四张表串成一张网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1:N 关系：一台设备多个测点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追问：误区：TF-IDF值不是词频——是权重分，值越大越具代表性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C2833"/>
                </a:solidFill>
                <a:latin typeface="Microsoft YaHei"/>
                <a:ea typeface="Microsoft YaHei"/>
              </a:rPr>
              <a:t>一句话：TF-IDF=本篇常讲+别人少讲=这篇的关键词——稀有度加权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何时用：'气蚀'比'设备'更能代表这篇报告——专属词升权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W09-18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08 /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B06 wordcloud中文字体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wordcloud不认中文字体=画一页方框——font_path指定字体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原理：wordcloud默认字体不含中文——必须font_path指定中文字体文件，否则词云全是口口方块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词云是故障报告的可视化封面——领导先看图后看数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怎么判断：画中文词云报'豆腐块'时：wc=WordCloud(font_path='simhei.ttf') 指定黑体/微软雅黑路径即刻修复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Consolas"/>
                <a:ea typeface="Microsoft YaHei"/>
              </a:rPr>
              <a:t>wc = WordCloud(font_path='ZH_Font.ttf')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Consolas"/>
                <a:ea typeface="Microsoft YaHei"/>
              </a:rPr>
              <a:t>逐行看：WordCloud(font_path='C:/Windows/Fonts/simhei.ttf',background_color='white').generate(' '.join(w…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误区：路径错不报错只方框——先单独generate再to_file排查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进阶：width/height调分辨率、collocations=False去重复合词、mask参数套自定义形状（如泵轮廓）——报告封面级效果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本章聚焦：文本分析——重点： · jieba三种分词模式的选择；关键…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词云核心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words = [w for t in texts for…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完成分词+停用词管线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完成分词+停用词管线——应用：见工单starter与教师参考实现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生成词云与Top10柱…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生成词云与Top10柱状图——应用：见工单starter与教师参考…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extract_tag…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extract_tags提取关键词——应用：见工单starter与…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撰写数据支撑的故障洞察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撰写数据支撑的故障洞察——应用：见工单starter与教师参考实现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W09-18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W09-18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10 /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词云核心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F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words = [w for t in texts for w in jieba.cut(t)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     if w not in STOP and len(w) &gt; 1]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from wordcloud import WordCloud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wc = WordCloud(font_path="../教学实施资料/fonts/SourceHanSansCN-Regular.otf", width=800,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               height=400, background_color="white")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8E1EC"/>
                </a:solidFill>
                <a:latin typeface="Consolas"/>
                <a:ea typeface="Microsoft YaHei"/>
              </a:rPr>
              <a:t>wc.generate(" ".join(words)); wc.to_file("cloud.png")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W09-18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11 /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中文变方块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没指定字体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font_path必填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Top10全是虚词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停用词未滤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扩STOP表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frequencies用错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传参类型错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generate吃文本串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本章聚焦：文本分析——重点： · jieba三种分词模式的选择；关键…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670F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W09-18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W09-18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13 /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工单 1.3 · 工业故障分析报告生成系统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词云生成(字体fonts/SimHei.ttf)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extract_tags Top20关键词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撰写≤150字故障规律洞察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477D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144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分词正确+词云生成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670F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>词云美观+洞察有数据支撑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W09-18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14 /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分组对比词云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589786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589786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达标：洞察有数字支撑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按系统分组两朵词云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对比Top词差异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150字洞察结论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词云+词频+关键词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461897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4618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达标：三件产出齐全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分词停用词管线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词云+柱状图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extract_tags Top20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F5670F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词云生成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510494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510494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达标：能出cloud.png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jieba分词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Counter统计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wordcloud出图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14477D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C2833"/>
                </a:solidFill>
                <a:latin typeface="Microsoft YaHei"/>
                <a:ea typeface="Microsoft YaHei"/>
              </a:rPr>
              <a:t>分词观察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326334" cy="229235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326334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C2833"/>
                </a:solidFill>
                <a:latin typeface="Microsoft YaHei"/>
                <a:ea typeface="Microsoft YaHei"/>
              </a:rPr>
              <a:t>达标：能读Top10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运行分词示例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加停用词再跑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D6D7E"/>
                </a:solidFill>
                <a:latin typeface="Microsoft YaHei"/>
                <a:ea typeface="Microsoft YaHei"/>
              </a:rPr>
              <a:t>· 对比两次Top词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W09-18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15 /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决策：可视化重点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图表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信息量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美观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词云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4F7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C2833"/>
                </a:solidFill>
                <a:latin typeface="Microsoft YaHei"/>
                <a:ea typeface="Microsoft YaHei"/>
              </a:rPr>
              <a:t>柱状图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833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670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169664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4270248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4477D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W09-18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16 /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C2833"/>
                </a:solidFill>
                <a:latin typeface="Microsoft YaHei"/>
                <a:ea typeface="Microsoft YaHei"/>
              </a:rPr>
              <a:t>TF-IDF关键词和词频Top10会一样吗？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4477D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C2833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D6D7E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分词正确+词云生成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词云美观+洞察有数据支撑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W09-18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17 /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3615cea4ce349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Counter词频：Counter=计票员：过一遍全记下，most…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TF-IDF关键词：TF-IDF=本篇常讲+别人少讲=这篇的关键词…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C2833"/>
                </a:solidFill>
                <a:latin typeface="Microsoft YaHei"/>
                <a:ea typeface="Microsoft YaHei"/>
              </a:rPr>
              <a:t>wordcloud中文字体：wordcloud不认中文字体=画一页方框——…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①工单1.3收尾跑绿并上传 ②错题本记1条 ③预习微课+导学单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44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Python编程基础 · V1 · W09-18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D6D7E"/>
                </a:solidFill>
                <a:latin typeface="Microsoft YaHei"/>
                <a:ea typeface="Microsoft YaHei"/>
              </a:rPr>
              <a:t>18 /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833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D7E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1. 完成工单项目1.3《工业故障分析报告生成系统》：及格标准正确分词+生成词云；优秀标准分词准确+词云美观+洞察深入+规范率≥90%；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2. 撰写200字故障规律分析结论；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C2833"/>
                </a:solidFill>
                <a:latin typeface="Microsoft YaHei"/>
                <a:ea typeface="Microsoft YaHei"/>
              </a:rPr>
              <a:t>3. 预习Pillow图像处理基础。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4477D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C2833"/>
                </a:solidFill>
                <a:latin typeface="Microsoft YaHei"/>
                <a:ea typeface="Microsoft YaHei"/>
              </a:rPr>
              <a:t>学号_姓名_W09.py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给故障图片做标注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集团质量月检查，要求图文并茂的日报。现在质检照片和统计表还是两个世界——工单1.4：Pillow标注缺陷+reportlab生成PDF质量日报。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4477D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D6D7E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670F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工单1.3跑绿并上传学习平台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670F"/>
                </a:solidFill>
                <a:latin typeface="Microsoft YaHei"/>
                <a:ea typeface="Microsoft YaHei"/>
              </a:rPr>
              <a:t>下次课 → 给故障图片做标注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Python编程基础 · V1 · W09-18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把故障数据画成一朵云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