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8" r:id="rId2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W07 · 第13次课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用容器装下整条产线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1859026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185902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工业数据格式转换工具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车间数据格式混杂(报文/CSV/JSON)，上位系统无法使用。开发标准化转换工具（六步法启动周）。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专业核心基础课：零基础新生的编程第一课（模块0-2贯通）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工业数据采集技术员 / 边缘计算运维 / 平台运维员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Python开发（工信部）· AI应用实践 · 企业应用实施工程师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前：计算机文化基础 → 本课12周 → 后：AI应用基础/项目实战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开发环境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条件判断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循环结构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类与对象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继承与多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异常处理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容器与字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文件I/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jieb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Pill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网络编程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综合项目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连续剧情 · 你（小郑）的第13次出场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34633"/>
            <a:ext cx="4261104" cy="3268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62065"/>
            <a:ext cx="4206240" cy="321383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C2833"/>
                </a:solidFill>
                <a:latin typeface="Microsoft YaHei"/>
                <a:ea typeface="Microsoft YaHei"/>
              </a:rPr>
              <a:t>车间数据格式混杂(报文/CSV/JSON)，上位系统无法使用。开发标准化转换工具（六步法启动周）。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1.1 · 工业数据格式转换工具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正则解析报文串DEV-01:temp=56.3C;...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CSV行/JSON串解析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D6D7E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王主任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李姐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掌握列表、字典、集合的特性和基本操作；掌握字符串常用方法与正则表达式基础语法。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体会“选择合适数据结构”对程序清晰度的影响，培养数据组织的设计意识。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1.正则解析报文串DE…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29900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2990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2.CSV行/JSON…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646326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64632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3.统一转标准字典结构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本章聚焦：容器与正则——重点： · 列表与字典的操作与遍历；正则表达式…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列表与字典选型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("列表按下标0,1,2…排队、字典按键哈希直达——要'顺序遍历一…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集合与元组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('集合是无序不重复容器（交并差集天然支持），元组是不可变序列（能…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正则八积木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('正则八积木：\\d数字 \\w字母数字 \\s空白 .任意 […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B01 列表与字典选型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列表=点名册(有序可重复)；字典=查号台(按键秒查O(1))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原理：列表按下标0,1,2…排队、字典按键哈希直达——要'顺序遍历一组'选列表，要'按名字秒查一台'选字典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设备清单用列表；'编号→温度'台账用字典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怎么判断：十台设备顺序巡检→列表；按设备号秒查状态→字典；只append不按下标改的流式记录→列表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devs=['PUMP-03','FAN-02']; t={'PUMP-03':78.5}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逐行看：devices.append(d) 队尾追加；by_id={'P3':d} 建索引；by_id['P3'] 一步直达O(1)——列表找'P3'要扫全队O(n)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选型口诀：按顺序用列表按名字找用字典——选错全程序别扭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进阶：集合set治去重（十万个报文号秒去重）；元组tuple做不可变配置；collections.Counter一行统计频次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列表与字典选型：一张图看懂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d8f7bb2c87d15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追问：选型口诀：按顺序用列表按名字找用字典——选错全程序别扭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一句话：列表=点名册(有序可重复)；字典=查号台(按键秒查O(1))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何时用：设备清单用列表；'编号→温度'台账用字典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B02 集合与元组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集合=去重筐(无序)；元组=封条箱子(装好不许改)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原理：集合是无序不重复容器（交并差集天然支持），元组是不可变序列（能当字典键、能安全多处传递）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设备类型去重；坐标/配置等只读数据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怎么判断：去重、求两批工单号的交集/差集→集合；坐标点、配置常量这类'定了就不该变'的→元组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set(['PUMP','PUMP','FAN'])→{'PUMP','FAN'}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逐行看：set(a)&amp;set(b) 交集即两批共有；cfg=('192.168.1.10',502) 元组存配置防误改——元组没有append，改它就报错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误区：元组作字典键可以列表不行——可变对象不可哈希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进阶：frozenset可哈希能当字典键；namedtuple('Point','x y')给元组字段命名——兼得元组轻量与字典可读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集合与元组：一张图看懂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1617a6ec1c8db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追问：误区：元组作字典键可以列表不行——可变对象不可哈希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一句话：集合=去重筐(无序)；元组=封条箱子(装好不许改)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何时用：设备类型去重；坐标/配置等只读数据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B03 正则八积木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正则=给文本画的'通缉画像'：\d数字\w字符+至少1 []任选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原理：正则八积木：\d数字 \w字母数字 \s空白 .任意 [abc]字符集 {m,n}重复 ^行首 $行尾——积木拼出模式串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从日志里抠设备编号/温度——字符串里的寻人启事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怎么判断：从杂乱报文里抠出温度/编号/时间这类'有形状的片段'——文本字段比JSON裸奔的现场日志就用它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r'DEV-\d+' 一眼匹配 DEV-001/DEV-002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逐行看：r'(\d+)℃' 抓'数字+℃'；r'PUMP-(\d{2})' 抓两位泵号；r'^\d{4}-\d{2}-\d{2}' 行首日期——括号()捕获组取出具体值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误区：想一次写出完美正则——先匹配简单版再逐步收紧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进阶：regex101.com在线可视化调试（课堂上现场演示）；预编译p=re.compile(pat)后p.findall复用更快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正则八积木：一张图看懂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e7f02144134be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追问：误区：想一次写出完美正则——先匹配简单版再逐步收紧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一句话：正则=给文本画的'通缉画像'：\d数字\w字符+至少1 []任选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何时用：从日志里抠设备编号/温度——字符串里的寻人启事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本章聚焦：容器与正则——重点： · 列表与字典的操作与遍历；正则表达式…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报文正则解析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import 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正则解析报文键值对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正则解析报文键值对——应用：见工单starter与教师参考实现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CSV/JSON双格式…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CSV/JSON双格式解析——应用：见工单starter与教师参考…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三格式统一映射标准结构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三格式统一映射标准结构——应用：见工单starter与教师参考实现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按决策矩阵完成容器选型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按决策矩阵完成容器选型——应用：见工单starter与教师参考实现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报文正则解析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import re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msg = "DEV-01:temp=56.3C;press=0.45MPa;status=RUN"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dev = re.match(r"([A-Z]+-\d+):", msg).group(1)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kv = re.findall(r"(\w+)=([\d.]+|\w+)", msg)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metrics = {k: float(v) if re.fullmatch(r"[\d.]+", v) else v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   for k, v in kv}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正则把整行吞了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贪婪.*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用[\d.]+限定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键名带空格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没strip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切分后strip()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str当float用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忘了转换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数值字段float()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本章聚焦：容器与正则——重点： · 列表与字典的操作与遍历；正则表达式…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1.1 · 工业数据格式转换工具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正则解析报文串DEV-01:temp=56.3C;...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CSV行/JSON串解析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统一转标准字典结构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≥2种格式+正则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≥3格式+容错(缺字段置None)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容错解析器+批量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73813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73813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达标：3格式+成功率统计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缺字段置None容错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批量转换文件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输出成功率统计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三格式全通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达标：结构统一无错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报文正则解析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CSV/JSON解析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统一{device_id,metrics}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双格式解析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达标：能出标准字典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报文解析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JSON解析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打印对照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正则体验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达标：能改模式匹配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\d+改\d{2}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观察匹配变化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决策：容器选型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数据形态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39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列表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字典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75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集合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有序重复测点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368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04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设备→参数映射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68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86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04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去重设备ID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368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86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04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正则八块积木：\d \w [] + * 分别匹配什么？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≥2种格式+正则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≥3格式+容错(缺字段置None)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8af8f5dde00c8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列表与字典选型：列表=点名册(有序可重复)；字典=查号台(按键…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集合与元组：集合=去重筐(无序)；元组=封条箱子(装好不许…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正则八积木：正则=给文本画的'通缉画像'：\d数字\w字符…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①工单1.1收尾跑绿并上传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完成工单项目1.1《工业数据格式转换工具》：及格标准处理≥2种格式+使用正则；优秀标准≥3种格式+结构清晰+规范率≥90%；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完成10条报文解析练习；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预习文件读写操作。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学号_姓名_W07.py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从杂乱报文中提取信息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中台抽检打回上月数据：缺温度、类型错、还有135℃的'过热'记录。李姐委屈：'原始数据就这样。'——工单1.2：做数据清洗，还车间数据一个清白。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工单1.1跑绿并上传学习平台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从杂乱报文中提取信息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W07-13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用容器装下整条产线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