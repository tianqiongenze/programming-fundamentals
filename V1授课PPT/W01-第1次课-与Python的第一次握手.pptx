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W01 · 第1次课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与Python的第一次握手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0.1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1704213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1704213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设备参数初始化系统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企业新购设备需建立数字台账：用程序存储并规范输出每台设备的铭牌参数——这是你的第一个可交付程序。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专业核心基础课：零基础新生的编程第一课（模块0-2贯通）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工业数据采集技术员 / 边缘计算运维 / 平台运维员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Python开发（工信部）· AI应用实践 · 企业应用实施工程师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477D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833"/>
                </a:solidFill>
                <a:latin typeface="Microsoft YaHei"/>
                <a:ea typeface="Microsoft YaHei"/>
              </a:rPr>
              <a:t>前：计算机文化基础 → 本课12周 → 后：AI应用基础/项目实战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开发环境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95094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5094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条件判断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9524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24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循环结构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95395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5395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类与对象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554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554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继承与多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5696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95696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异常处理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847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5847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容器与字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99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99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文件I/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96148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96148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W9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jieb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29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9629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W10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6449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6449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网络编程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96600" y="5888736"/>
            <a:ext cx="863574" cy="365760"/>
          </a:xfrm>
          <a:prstGeom prst="roundRect">
            <a:avLst>
              <a:gd name="adj" fmla="val 18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6600" y="5888736"/>
            <a:ext cx="86357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综合项目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连续剧情 · 你（小郑）的第1次出场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34633"/>
            <a:ext cx="4261104" cy="3268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62065"/>
            <a:ext cx="4206240" cy="321383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C2833"/>
                </a:solidFill>
                <a:latin typeface="Microsoft YaHei"/>
                <a:ea typeface="Microsoft YaHei"/>
              </a:rPr>
              <a:t>企业新购设备需建立数字台账：用程序存储并规范输出每台设备的铭牌参数——这是你的第一个可交付程序。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0.1 · 设备参数初始化系统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定义≥6变量≥3种数据类型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f-string输出“设备台账卡”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D6D7E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王主任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李姐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掌握Python开发环境搭建方法；掌握变量、基本数据类型与运算符的使用；理解动态类型语言的特点。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能够独立搭建Python开发环境并运行程序；能够编写50-100行的设备参数初始化程序；代码规范率≥70%。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建立对编程工具的信心与兴趣，养成规范命名、及时保存的编码习惯，树立“代码即工程文件”的意识。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92859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9285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1.定义≥6变量≥3种…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9438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9438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2.f-string输…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00936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009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3.完成单位换算(℃→…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本章聚焦：Python入门——重点： · 变量定义与四种基本数据类型的使用；…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变量与动态类型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("Python里变量不是盒子而是名字标签：对象存在内存里，赋值只…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四种基本类型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('int存整数、float存近似小数（二进制无法精确表示0.1）…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type与类型转换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("type()只是照出对象类型不改变任何东西；int()/flo…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B01 变量与动态类型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变量不是盒子是标签：贴在值上，随时可揭下换贴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原理：Python里变量不是盒子而是名字标签：对象存在内存里，赋值只是把名字绑到对象上，换值=换绑，所以'类型跟着值走'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给泵编号、温度起名字——一切代码从贴标签开始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怎么判断：凡是'同一份数据要先起名再用'的场合；注意名字先行会NameError——先用必先贴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dev_code='PUMP-03'; temp=78.5; temp=True（合法）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逐行看：dev_code='PUMP-03' 把名字贴到字符串对象；temp=78.5 再贴到浮点对象；temp=True 合法——temp只是标签，不锁类型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误区：以为temp被'锁死'是float——类型跟着值走，换值就换型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进阶：用id(temp)看对象地址，is比较同一对象；进阶读物：名字绑定与垃圾回收（引用计数归零即回收）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变量与动态类型：一张图看懂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0090a38d26cf4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追问：误区：以为temp被'锁死'是float——类型跟着值走，换值就换型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一句话：变量不是盒子是标签：贴在值上，随时可揭下换贴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何时用：给泵编号、温度起名字——一切代码从贴标签开始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B02 四种基本类型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int整数账/float小数表/str文字牌/bool开关灯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原理：int存整数、float存近似小数（二进制无法精确表示0.1）、str是不可变文本序列、bool是int的子类（True==1）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设备台账四类字段各归其位：编号/温度/名称/运行中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怎么判断：台账字段对号入座：数量用int、温度压力用float、编号名称用str、运行状态用bool；算钱别用float（0.1+0.2≠0.3）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code='P3' temp=78.5 name='3号泵' run=True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逐行看：code='P3'文本型编号；temp=78.5物理量；run=True开关量；print(type(temp))回显&lt;class 'float'&gt;——type()当场验型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误区：'78.5'加引号就成文本不能加减——int('78.5')还会炸，用float()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进阶：金额类计算用decimal.Decimal('0.1')精确十进制；isinstance(True,int)为True这一冷知识解释了True+True==2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四种基本类型：一张图看懂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e365b94e4a95c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追问：误区：'78.5'加引号就成文本不能加减——int('78.5')还会炸，用flo…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一句话：int整数账/float小数表/str文字牌/bool开关灯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何时用：设备台账四类字段各归其位：编号/温度/名称/运行中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B03 type与类型转换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type()是照妖镜；int()/float()/str()是变形口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原理：type()只是照出对象类型不改变任何东西；int()/float()/str()是构造新对象的变形口——转换是'造新的'不是'改旧的'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input()读进来的永远是str——算术前必须变形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怎么判断：input()读到的一律是str，算术前必须float()变形；反过来拼日志时用str()把数字变文本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t=float(input('温度?')); isinstance(t,float)守卫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逐行看：t=float(input('温度?')) 键盘'78.5'→字符串→78.5浮点；isinstance(t,float)守卫确认变形成功再进计算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误区：int('36.5')直接ValueError——先float再int，或round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进阶：int('36.5')会ValueError——两步走float再int，或round(float(x))；守卫写法：转型包在try里才是健壮版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type与类型转换：一张图看懂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84da9e1a87ece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追问：误区：int('36.5')直接ValueError——先float再int，或r…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一句话：type()是照妖镜；int()/float()/str()是变形口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何时用：input()读进来的永远是str——算术前必须变形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本章聚焦：Python入门——重点： · 变量定义与四种基本数据类型的使用；…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台账卡输出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device_id = "DEV-2026-001"; n…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安装Python与Py…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安装Python与PyCharm CE并运行首程序——应用：见工单…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定义多类型变量并格式化…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定义多类型变量并格式化输出台账卡——应用：见工单starter与教…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完成单位换算并保留小数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完成单位换算并保留小数——应用：见工单starter与教师参考实现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按规范命名并添加关键注释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按规范命名并添加关键注释——应用：见工单starter与教师参考实现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台账卡输出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device_id = "DEV-2026-001"; name = "智能注塑机"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temp = 56.5; press_kpa = 450.0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print(f"编号:{device_id}\n名称:{name}")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print(f"温度:{temp:.1f}℃ ({temp*9/5+32:.1f}℉)")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print(f"压力:{press_kpa/1000:.2f}MPa")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编号:DEV-2026-001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名称:智能注塑机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温度:56.5℃ (133.7℉)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压力:0.45MPa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SyntaxError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中文标点/冒号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全用英文标点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NameError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拼写不一致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搜索变量名核对大小写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f-string原样输出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少了f前缀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加f前缀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本章聚焦：Python入门——重点： · 变量定义与四种基本数据类型的使用；…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0.1 · 设备参数初始化系统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定义≥6变量≥3种数据类型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f-string输出“设备台账卡”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完成单位换算(℃→℉/kPa→MPa)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≥6变量、≥3类型、规范率≥70%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≥8变量、4类型、换算≥2处、规范率≥90%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输入校验+多行台账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689539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6895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达标：8变量4类型+校验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input录入并校验范围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循环输出多设备台账卡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加单位换算双项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完整台账卡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61650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6165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达标：8变量+2处换算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定义8个变量覆盖4类型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f-string对齐输出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完成℃→℉与kPa→MPa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基础台账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64701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6470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达标：6变量3类型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定义6个变量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print逐项输出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完成1处换算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首程序仪式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769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769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达标：Hello World跑通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运行w01示例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改一个变量值再跑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截图打卡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课堂教法：四步法（第1-6周）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步骤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时长/课时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原理+工业背景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27782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2882646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实时代码演示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762756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模仿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3817620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跟做保底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697730"/>
            <a:ext cx="11240719" cy="870966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练习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0410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10min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316" y="4752594"/>
            <a:ext cx="3527450" cy="76123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>独立+小步成功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67842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77900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决策纪律：第7周起切换为完整六步法（资讯·计划课前线上）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温度用int还是float？为什么？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≥6变量、≥3类型、规范率≥70%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≥8变量、4类型、换算≥2处、规范率≥90%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ef64b68ff62a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变量与动态类型：变量不是盒子是标签：贴在值上，随时可揭下换贴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四种基本类型：int整数账/float小数表/str文字牌/…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type与类型转换：type()是照妖镜；int()/float(…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①工单0.1收尾跑绿并上传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完成工单项目0.1《设备参数初始化系统》：及格标准定义≥6个变量、≥3种数据类型、规范率≥70%；优秀标准≥8个变量、4种类型、含单位换算与注释、规范率≥90%；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完成环境搭建截图与第一个Hello World程序；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预习条件判断（if/elif/else）。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学号_姓名_W01.py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把设备参数存进程序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工单0.1跑绿并上传学习平台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把设备参数存进程序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W01-01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与Python的第一次握手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