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W10 · 第19次课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给故障图片做标注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20138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20138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工业图像处理与报告生成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质检照片需标注缺陷并汇总成图文PDF日报——“程序输出要面向使用者”。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你（小郑）的第19次出场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质检照片需标注缺陷并汇总成图文PDF日报——“程序输出要面向使用者”。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1.4 · 工业图像处理与报告生成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Pillow缩放统一尺寸+红框标注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reportlab注册SimHei中文字体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61313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61313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1.Pillow缩放统…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032459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03245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2.reportlab…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315161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31516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3.PDF: 标题+结…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本章聚焦：图像与报告——重点： · Pillow图像操作与ImageD…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Pillow四步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('Pillow四步=打开(Image.open)→处理(标注/缩…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rectangle标注框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('rectangle在图上画矩形框：左上/右下两点坐标+颜色+线…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reportlab三件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('reportlab三件=canvas画布→元素(文字/图/线)…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Pillow四步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Pillow四步=照片处理流水线：开图→处理→画笔→保存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原理：Pillow四步=打开(Image.open)→处理(标注/缩放)→保存(save)→关闭——图片也是文件，同样有借有还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缺陷图标注/缩放——产线图像处理入门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怎么判断：质检照片批量加标注、格式转换、缩略图生成——车间'图片后处理'标配流程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im=Image.open('p.jpg'); im2=im.resize((800,600))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逐行看：img=Image.open('weld.jpg') 打开；img2=img.resize((800,600)) 缩放（注意resize返回新图不改原图）；img2.save('s.jpg'…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误区：图像原点在左上角——与数学坐标系上下相反，y往下长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进阶：with Image.open(p) as img 也支持with自动关；ImageFilter.BLUR一行加模糊；进阶批量处理用glob.glob遍历目录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Pillow四步：一张图看懂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77df5767bb0a7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追问：误区：图像原点在左上角——与数学坐标系上下相反，y往下长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一句话：Pillow四步=照片处理流水线：开图→处理→画笔→保存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何时用：缺陷图标注/缩放——产线图像处理入门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rectangle标注框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rectangle=画框工具：给[左,上,右,下]四个角坐标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原理：rectangle在图上画矩形框：左上/右下两点坐标+颜色+线宽——像素坐标系原点在左上角，x向右y向下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把检测到的缺陷框出来给人看——检测可视化第一手法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怎么判断：缺陷检测框：检测出气孔位置(x1,y1,x2,y2)画红框+写标签——质检报告的视觉证据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draw.rectangle([120,80,260,190], outline='red', width=3)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逐行看：draw=ImageDraw.Draw(img) 取画笔；draw.rectangle([50,80,200,160],outline='red',width=3) 画框；draw.text…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误区：坐标写反画出反向框——调试先核对左上右下顺序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进阶：框色按缺陷级别分色(红停线/黄复检)；进阶cv2.putText带字体大小控制、透明度用RGBA模式Image.alpha_composite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rectangle标注框：一张图看懂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9d56b9284f239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追问：误区：坐标写反画出反向框——调试先核对左上右下顺序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一句话：rectangle=画框工具：给[左,上,右,下]四个角坐标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何时用：把检测到的缺陷框出来给人看——检测可视化第一手法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reportlab三件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reportlab三件套=排报纸：Paragraph文字/Image贴图/Table表格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原理：reportlab三件=canvas画布→元素(文字/图/线)→save落盘：像在纸上排版，坐标原点在左下角（与Pillow相反）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车间日报三大内容块——四段式日报的零件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怎么判断：生成PDF质量日报：文字结论+统计表+缺陷照片三合一——纸质档与邮件附件的正式载体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from reportlab.platypus import Paragraph, Image, Table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逐行看：c=canvas.Canvas('daily.pdf') 开画布；c.drawString(50,800,'质量日报') 写字(坐标x,y)；c.drawImage('weld.jpg',5…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误区：三件不append进story直接build——零件没上流水线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 Platypus高层API(SimpleDocTemplate+Paragraph)自动排版免手算坐标；Table对象画统计表+TableStyle上色——日报秒变专业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reportlab三件：一张图看懂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ebd579ffe040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追问：误区：三件不append进story直接build——零件没上流水线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一句话：reportlab三件套=排报纸：Paragraph文字/Image贴图/Table表格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何时用：车间日报三大内容块——四段式日报的零件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本章聚焦：图像与报告——重点： · Pillow图像操作与ImageD…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标注+PDF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 = ImageDraw.Draw(img.copy())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图像缩放与缺陷框标注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图像缩放与缺陷框标注——应用：见工单starter与教师参考实现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PDF图文表混排生成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PDF图文表混排生成——应用：见工单starter与教师参考实现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中文字体注册与使用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中文字体注册与使用——应用：见工单starter与教师参考实现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按读者视角组织报告层级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按读者视角组织报告层级——应用：见工单starter与教师参考实现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标注+PDF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 = ImageDraw.Draw(img.copy())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d.rectangle([120,80,210,120], outline=(255,0,0), width=3)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d.text((120,66), "scratch 9.0mm", fill=(255,0,0))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pdfmetrics.registerFont(TTFont("ZH", "fonts/ZH_Font.ttf"))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doc.build([Paragraph("设备质量日报", st),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   RLImage("marked.png", width=120*mm, height=90*mm)])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PDF中文空白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字体未注册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registerFont+setFont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文字压住框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y坐标不当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画在框上方y-14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图变形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宽高没等比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按原始比例设宽高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本章聚焦：图像与报告——重点： · Pillow图像操作与ImageD…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1.4 · 工业图像处理与报告生成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Pillow缩放统一尺寸+红框标注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reportlab注册SimHei中文字体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PDF: 标题+结论+图+表(SimpleTable)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标注完成+PDF可生成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图文表三要素+排版规范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封面+多页报告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达标：可直接上交水准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自绘封面页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概览+明细双页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耗时&lt;2min记录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图文表三要素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达标：排版规范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标注缺陷图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PDF标题+结论+图+表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生成并检查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图+PDF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16103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1610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达标：PDF能打开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画框标注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最简PDF输出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确认中文正常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标注体验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达标：能改框位置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改坐标再画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观察标注变化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决策：日报版式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必要性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优先级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标注图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统计表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结论段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PDF坐标系原点在哪个角？中文字体为什么要注册？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标注完成+PDF可生成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图文表三要素+排版规范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1166de7d8da0f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Pillow四步：Pillow四步=照片处理流水线：开图→处理→…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rectangle标注框：rectangle=画框工具：给[左,上,右,…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reportlab三件：reportlab三件套=排报纸：Paragr…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①工单1.4收尾跑绿并上传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完成工单项目1.4《工业图像处理与报告生成》：及格标准图像处理完成+PDF可生成；优秀标准处理精细+排版专业+规范率≥90%；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为自己的报告设计一个封面；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预习网络基础知识（IP、端口、协议）。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学号_姓名_W10.py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一键生成质量日报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工单1.4跑绿并上传学习平台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一键生成质量日报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W10-19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给故障图片做标注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