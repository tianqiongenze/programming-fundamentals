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W08 · 第15次课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让数据活过下一次关机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工业数据文件处理系统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历史数据集中清洗入库：剔缺失、修类型、查越界，输出可信数据集与清洗报告。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你（小郑）的第15次出场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历史数据集中清洗入库：剔缺失、修类型、查越界，输出可信数据集与清洗报告。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1.2 · 工业数据文件处理系统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with open读写CSV/JSON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三维验证: 缺失/类型/范围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1.with open…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6862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6862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2.三维验证: 缺失/…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5709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570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3.问题行跳过并写入b…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本章聚焦：文件与数据——重点： · with open的规范用法；JS…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with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("with open是'租借-自动还'模式：进with块开门、出…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csv.DictRead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("csv.DictReader把表头当字典键：每行读成一个{'t…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json.loads/d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('json.loads把JSON文本解析成Python对象（st…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with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with=租借自动还：代码块结束文件自动关，忘了关也不漏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原理：with open是'租借-自动还'模式：进with块开门、出块自动close——哪怕中途异常也保证关门，资源不泄漏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读写设备日志/台账的标准姿势——车间文件操作第一写法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怎么判断：一切文件读写都该用with——裸f=open()忘了close，程序崩了句柄还占着（Windows下文件被锁打不开）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with open('log.csv', encoding='utf-8') as f: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逐行看：with open('data.csv',encoding='utf-8') as f: 进门租借；f.readlines() 用完；出块自动close——两行代码锁死资源安全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误区：漏encoding='utf-8'→Win默认GBK中文乱码——乱码先查它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进阶：encoding必写（不同平台默认编码不同是中文乱码头号原因）；进阶with可同时开两个文件zip(f1,f2)逐行对照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with open：一张图看懂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f5c1d7a7d435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追问：误区：漏encoding='utf-8'→Win默认GBK中文乱码——乱码先查它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一句话：with=租借自动还：代码块结束文件自动关，忘了关也不漏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何时用：读写设备日志/台账的标准姿势——车间文件操作第一写法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csv.DictReader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DictReader=带表头的读取器：按列名取数不看列序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原理：csv.DictReader把表头当字典键：每行读成一个{'temp':'78.5',...}字典——按列名取值，不怕列序变动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读传感器CSV台账——列序变了代码不用改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怎么判断：表头齐全的CSV台账一律DictReader；纯数字矩阵无表头才用reader按序号取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for row in csv.DictReader(f): row['temp']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逐行看：for row in dr: row['temp'] 按名取列——比row[3]下标版：中间插一列，按名的代码零改动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误区：普通reader按下标[2]取列——插一列全错，DictReader免此劫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进阶：DictWriter+writeheader反向导出CSV；大数据量用pandas.read_csv一次进内存批量处理（下学期主修）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csv.DictReader：一张图看懂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1afd2d02b2db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追问：误区：普通reader按下标[2]取列——插一列全错，DictReader免此劫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一句话：DictReader=带表头的读取器：按列名取数不看列序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何时用：读传感器CSV台账——列序变了代码不用改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json.loads/dumps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loads=拆快递(字符串→字典)；dumps=打包(字典→字符串)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原理：json.loads把JSON文本解析成Python对象（str→dict/list），dumps反向打包（dict→str）——loads解包进内存、dumps打包出门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MQTT消息/配置文件都是JSON——进出必经拆装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怎么判断：配置文件、MQTT消息体、API返回——凡'{"k":v}'形态的文本进程序先loads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data=json.loads(msg); data['temp']+=1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逐行看：cfg=json.loads(s) 文本变字典；s=json.dumps(obj,ensure_ascii=False) 对象变文本——ensure_ascii=False中文才不被转成\u…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误区：dumps中文变\uXXXX——加ensure_ascii=False+indent=2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进阶：json.dump/load直接对接文件对象省一步；sort_keys=True稳定输出可做配置diff；无法序列化的对象给default=str兜底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json.loads/dumps：一张图看懂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d570e21194a6e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追问：误区：dumps中文变\uXXXX——加ensure_ascii=False+in…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一句话：loads=拆快递(字符串→字典)；dumps=打包(字典→字符串)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何时用：MQTT消息/配置文件都是JSON——进出必经拆装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本章聚焦：文件与数据——重点： · with open的规范用法；JS…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validate(row):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with读写CSV与J…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with读写CSV与JSON——应用：见工单starter与教师参…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实现三维数据验证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实现三维数据验证——应用：见工单starter与教师参考实现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bad_records…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bad_records错误留痕——应用：见工单starter与教师…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输出清洗报告与标准化数据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输出清洗报告与标准化数据——应用：见工单starter与教师参考实现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三维验证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def validate(row):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t = row["temp"]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if t in ("", None): return "缺失"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try: t = float(t)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except ValueError: return "类型"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return None if 0 &lt;= t &lt;= 120 else "范围"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float('err')崩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未预判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try转换或errors处理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CSV多空行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缺newline=''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open(...,newline='')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路径找不到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IDE与命令行cwd不同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按脚本目录拼路径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本章聚焦：文件与数据——重点： · with open的规范用法；JS…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1.2 · 工业数据文件处理系统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with open读写CSV/JSON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三维验证: 缺失/类型/范围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问题行跳过并写入bad_records.csv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≥2格式+基本验证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三维齐全+清洗报告+输出规范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体检脚本+参数化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达标：三维统计报表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缺失/类型/范围统计脚本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--input参数支持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135℃业务决策记录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完整清洗管线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达标：报告+bad_records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读取CSV三维验证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问题行写bad_records.csv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输出清洗报告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1049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1049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达标：能出clean.csv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读取CSV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过滤空值行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输出clean.csv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脏数据观察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达标：能数出问题行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--peek预览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找3个问题行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口述维度归类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决策：验证顺序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判定规则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处置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缺失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temp为空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跳过+记录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非数值’err’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跳过+记录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temp&gt;120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业务讨论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with语句的好处是什么？utf-8乱码怎么处理？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≥2格式+基本验证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三维齐全+清洗报告+输出规范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1405996be818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with open：with=租借自动还：代码块结束文件自动关，忘…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csv.DictReader：DictReader=带表头的读取器：按列名取…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json.loads/dumps：loads=拆快递(字符串→字典)；dumps…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编写一个“数据体检脚本”：统计文件缺失值数量；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预习jieba分词的安装与使用。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学号_姓名_W08.py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工业数据的通用语言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工业数据的通用语言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W08-15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让数据活过下一次关机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