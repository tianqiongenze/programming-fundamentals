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7" r:id="rId2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W05 · 第10次课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一套接口，多种设备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905377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90537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0.4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617" y="3931920"/>
            <a:ext cx="1549400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617" y="3931920"/>
            <a:ext cx="1549400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工业设备继承体系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设备类型多样：共性(编号启停)+个性(PLC扫描周期/变频器频率)。构建基类+子类继承体系。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‘车间’应该继承Device吗？为什么？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477D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继承与多态——重点：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继承语法与方法覆盖；super()的使用时机；多态调用的统…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漏self：调用报参数多一个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修法：方法第一参数写self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D6D7E"/>
                </a:solidFill>
                <a:latin typeface="Microsoft YaHei"/>
                <a:ea typeface="Microsoft YaHei"/>
              </a:rPr>
              <a:t>本节主线：继承：子类复用父类成员(is-a关系)——应用：见工单st… / super().__init__()先完成父类初始化 / 覆盖：子类同名方法优先执行——应用：见工单starter与…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掌握继承的基本语法与方法覆盖；理解多态的实现机制；了解封装与访问控制约定。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能够设计基类与子类继承体系并演示多态调用；能够编写含docstring的规范代码；代码规范率≥80%。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理解“复用与扩展”的系统思维，认识代码复用在大型工业系统中的维护价值。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530553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530553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1.多态演练: 循环调…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064768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06476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2.isinstanc…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511706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51170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3.绘制继承体系类图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本章聚焦：继承与多态——重点： · 继承语法与方法覆盖；super()…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多态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('多态=调用方不关心具体类型，统一接口各自响应：for d in…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isinstance判断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("isinstance(obj,cls)判断对象是否属于某类家族…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docstring文档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('docstring是写在函数/类体第一行的文档字符串：help…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W05-10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B04 多态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多态=一句口令各自执行：喊start()泵泵抽水风扇扇风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原理：多态=调用方不关心具体类型，统一接口各自响应：for d in devices: d.stop() 十台设备各停各的——新增设备类型零改调用方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巡检循环不认设备类型——统一接口全启动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怎么判断：中控屏'一键全停'按钮就是多态：设备列表混装PLC/泵/机械手，都响应stop()各自执行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for d in devices: d.start() 各跑各的start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逐行看：devices=[plc,pump,robot] 混装；for d in devices: d.stop() 一句循环——Python按实际类型动态找到各自的stop实现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误区：新增Motor不用改巡检循环——这就是'扩展开放'的开闭原则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进阶：Python多态靠鸭子类型（有stop方法就能进列表），不像Java要显式接口；进阶用abc.ABC定义抽象基类强制子类实现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多态：一张图看懂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7edaad461a742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漏更新条件变量 → 死循环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break 提前跳出 / continue 跳过本轮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追问：误区：新增Motor不用改巡检循环——这就是'扩展开放'的开闭原则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一句话：多态=一句口令各自执行：喊start()泵泵抽水风扇扇风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何时用：巡检循环不认设备类型——统一接口全启动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B05 isinstance判断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isinstance=查工牌：这台设备是不是泵家族的人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原理：isinstance(obj,cls)判断对象是否属于某类家族（含子类）——类型分流时给对象'验明正身'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巡检时对Pump特殊处理、其他走通用流程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怎么判断：告警策略按设备类型分流：if isinstance(d,PLC)走PLC策略；比type()==精确比较更宽容（子类也算）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if isinstance(d, Pump): d.check_flow()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逐行看：isinstance(pump,Pump)→True；isinstance(pump,Device)→True（子类实例也是父类家族成员）——这是继承的身份证明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误区：满屏isinstance=多态白学——先想能否统一接口替代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进阶：isinstance接受元组一次多判isinstance(x,(int,float))；滥用类型判断不如用多态——'问到类型再分支'常是设计坏味道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isinstance判断：一张图看懂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968" y="1362456"/>
            <a:ext cx="7188800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440f2852736a8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0" y="1389888"/>
            <a:ext cx="7133936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elif 顺序就是优先级：先判危险再判警告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边界值 79.9/80/80.1 三测法必做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追问：误区：满屏isinstance=多态白学——先想能否统一接口替代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一句话：isinstance=查工牌：这台设备是不是泵家族的人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何时用：巡检时对Pump特殊处理、其他走通用流程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B06 docstring文档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docstring=技能说明书：三引号一行，help()可查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原理：docstring是写在函数/类体第一行的文档字符串：help()和IDE悬浮提示都读它——代码的自带说明书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团队协作规范——别人不读代码就知道怎么用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怎么判断：所有工单交付的类与公开函数必写docstring——三个月后的你和接手的同事全靠它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def start(self): """启动设备并写日志"""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逐行看：def stop(self): '''安全停机：先泄压后断电，返回True''' —— 三引号文档写清做什么+参数+返回值；help(Device.stop)随时查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误区：注释#是给自己看，docstring是给调用者看——别混用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进阶：docstring里写doctest可运行示例（&gt;&gt;&gt; 行）成为可执行文档；进阶Sphinx自动生成项目手册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docstring文档：一张图看懂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6c2787252dba0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追问：误区：注释#是给自己看，docstring是给调用者看——别混用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一句话：docstring=技能说明书：三引号一行，help()可查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何时用：团队协作规范——别人不读代码就知道怎么用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本章聚焦：继承与多态——重点： · 继承语法与方法覆盖；super()…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继承+覆盖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class PLC(Device):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构建基类+两子类继承体系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构建基类+两子类继承体系——应用：见工单starter与教师参考实现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覆盖start并调用s…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覆盖start并调用super协作——应用：见工单starter与…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循环统一调用演示多态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循环统一调用演示多态——应用：见工单starter与教师参考实现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绘制继承体系类图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绘制继承体系类图——应用：见工单starter与教师参考实现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W05-10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继承+覆盖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class PLC(Device):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def __init__(self, dev_id, name, scan_ms=10):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super().__init__(dev_id, name)   # 父类先初始化!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self.scan_ms = scan_ms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def start(self):                     # 覆盖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super().start()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print(f"  扫描周期:{self.scan_ms}ms")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父类属性丢失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忘调super().__init__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补上super调用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多态失效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方法名大小写不一致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与父类完全同名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为继承而继承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车间不是设备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is-a不成立就不继承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本章聚焦：继承与多态——重点： · 继承语法与方法覆盖；super()…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W05-10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0.4 · 工业设备继承体系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多态演练: 循环调用所有设备start()观察差异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isinstance/issubclass类型判断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绘制继承体系类图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1基类+2子类+覆盖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多态演示清晰；is-a判断正确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三子类+类图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776503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77650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达标：多态清晰+is-a判断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加Sensor子类calibrate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总控台统一启停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类图绘制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两子类覆盖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479801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47980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达标：docstring齐全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PLC子类+scan_ms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覆盖start带扫描周期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循环调用看多态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单子类继承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648614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648614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达标：继承与super正确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PLC继承Device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super().__init__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新增一个属性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继承体验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323776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32377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达标：能复述is-a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运行多态示例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换一种设备再跑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口述谁继承谁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课堂教法：四步法（第1-6周）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步骤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时长/课时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要点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原理+工业背景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27782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实时代码演示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762756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模仿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跟做保底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697730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练习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0410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7316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独立+小步成功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67842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77900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决策纪律：第7周起切换为完整六步法（资讯·计划课前线上）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‘车间’应该继承Device吗？为什么？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1基类+2子类+覆盖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多态演示清晰；is-a判断正确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2f76f8ffbbf71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多态：多态=一句口令各自执行：喊start()泵泵抽…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isinstance判断：isinstance=查工牌：这台设备是不是泵…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docstring文档：docstring=技能说明书：三引号一行，h…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①工单0.4收尾跑绿并上传 ②错题本记1条 ③预习微课+导学单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1. 完成工单项目0.4《工业设备继承体系》：及格标准1基类+2子类+继承覆盖；优秀标准≥3子类、多态演示清晰、含docstring、规范率≥90%；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绘制本周设备继承体系类图；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预习异常处理机制。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学号_姓名_W05.py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程序生病了怎么办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凌晨的断电让采集程序崩在中途，丢了半小时数据。王主任发火：'程序不能一摔就死。'——工单0.5：异常处理+日志，让程序'摔了能爬起来还留下案发记录'（本周中期诊断）。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工单0.4跑绿并上传学习平台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程序生病了怎么办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W05-10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一套接口，多种设备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