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W03 · 第6次课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把重复劳动交给函数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88976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8897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0.2b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6216" y="3931920"/>
            <a:ext cx="164538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6216" y="3931920"/>
            <a:ext cx="164538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工业实时告警系统Ⅱ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单次判断升级为7×24连续监测：多设备多周期循环判读，重复逻辑封装为函数。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函数参数传入-返回值的数据流怎么走？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循环与函数——重点：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for与while的选择依据；函数参数与返回值的设计；循环…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95分支永不执行：elif顺序反了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修法：先判危险再预警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本节主线：for+range遍历；while满足条件循环——应用：见… / break跳出一层/continue跳过本轮——应用：见工… / 循环三要素：初始化/条件/更新——应用：for i in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体会“复用与抽象”的工程价值，培养用函数组织代码的模块化思维。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1.汇总各设备告警次数…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9707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970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2.random.se…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3.重构上周代码为函数…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random随机数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("random是伪随机：同一seed下序列完全可复现——seed…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函数封装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('函数=打包复用的最小单元：参数是入口、return是出口、函数…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列表与字典入门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("列表是有序可变集合（按下标存取），字典是键值映射（按名字存取）…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random随机数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random.uniform(a,b)=在[a,b]扔骰子；seed=固定骰子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原理：random是伪随机：同一seed下序列完全可复现——seed(42)固定后，每次跑出的'随机'数据一模一样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模拟传感器读数——没有真设备时的替身演员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怎么判断：模拟传感器数据做测试用random；交作业/复现bug时先seed固定——'随机'结果可复现才可调试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random.seed(42)后每次运行数据一样——可复现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逐行看：random.seed(42) 播种；random.uniform(70,90) 生成区间内浮点温度——两行造出10个周期模拟数据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误区：不设seed每次结果不同没法调试——仿真加seed是工程惯例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进阶：random.choice从设备列表随机点名、random.gauss正态分布更贴近真实传感噪声；安全相关随机用secrets模块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random随机数：一张图看懂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80753cea956c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追问：误区：不设seed每次结果不同没法调试——仿真加seed是工程惯例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一句话：random.uniform(a,b)=在[a,b]扔骰子；seed=固定骰子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何时用：模拟传感器读数——没有真设备时的替身演员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函数封装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def=给一段逻辑起名装盒：投料(参数)出产品(返回值)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原理：函数=打包复用的最小单元：参数是入口、return是出口、函数体是黑盒——定义一次到处调用，改一处全局生效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告警判断/换算抽成函数——写一次处处用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怎么判断：同一段逻辑出现第二次就该抽函数；check_device(dev)比复制粘贴十遍强在'改阈值只改一处'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def c2f(c): return c*9/5+32 → c2f(78.5)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逐行看：def check_device(dev): 定义签名；体内判阈值；return alarm_count 出口返回统计——调用方total=check_device(d1)接住返回值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误区：忘return打印None——return是交货print是喊话，两码事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进阶：单函数≤15行是本课军规；参数带默认值def read(path, mode='r')调用即简化；进阶类型注解def f(x:float)-&gt;str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函数封装：一张图看懂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9fd215a43753e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追问：误区：忘return打印None——return是交货print是喊话，两码事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一句话：def=给一段逻辑起名装盒：投料(参数)出产品(返回值)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何时用：告警判断/换算抽成函数——写一次处处用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列表与字典入门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列表=排队货架(有序可重复)；字典=储物柜(编号取物)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原理：列表是有序可变集合（按下标存取），字典是键值映射（按名字存取）——'一排数据'用列表，'一物一档'用字典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设备清单用列表；'编号→温度'台账用字典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怎么判断：3台设备排队巡检用列表[dev1,dev2,dev3]；每台设备的编号/温度/状态建档用字典{'id':'P3','temp':78.5}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devs.append('MOTOR-01')；t={'PUMP-03':78.5}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逐行看：devices[0]取第一台；d['temp']按键取值——键必须是不可变类型(str/int)；d.get('temp',0)键不存在给默认值不报错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误区：t['PUMP4']查无此键KeyError——先用 in 判断再取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进阶：字典推导式{d['id']:d for d in devices}一键建索引表；进阶collections.OrderedDict/defaultdict治计数场景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列表与字典入门：一张图看懂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7c1d845b3b56b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追问：误区：t['PUMP4']查无此键KeyError——先用 in 判断再取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一句话：列表=排队货架(有序可重复)；字典=储物柜(编号取物)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何时用：设备清单用列表；'编号→温度'台账用字典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双层循环+统计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stats = {d["id"]: {2:0, 3:0}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双层循环模拟多设备多周期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双层循环模拟多设备多周期——应用：见工单starter与教师参考实现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封装check_dev…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封装check_device/alarm两函数——应用：见工单st…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统计各设备各级告警次数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统计各设备各级告警次数——应用：见工单starter与教师参考实现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固定seed保证结果可…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固定seed保证结果可复现——应用：见工单starter与教师参考…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双层循环+统计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stats = {d["id"]: {2:0, 3:0} for d in devices}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for d in devices: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for _ in range(10):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t = d["base"] + random.uniform(-8, 15)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lv = check_device(d, 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if lv: stats[d["id"]][lv] += 1; alarm(d, lv, 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while条件永真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补更新语句+Ctrl+C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KeyError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统计键未初始化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先建{2:0,3:0}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函数内改不了外面变量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作用域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用return传值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本章聚焦：循环与函数——重点： · for与while的选择依据；函数…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0.2b · 工业实时告警系统Ⅱ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汇总各设备告警次数并输出报告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random.seed(42)保证复现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重构上周代码为函数版(对比收益)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循环跑通+2函数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重构对比说明清楚；规范率≥85%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防抖动+while版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86735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8673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达标：统计准确+无死循环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连续3次≥95才停机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while版持续监测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重构对比说明收益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循环+统计完整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达标：报告正确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3设备×10周期循环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两函数封装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告警统计报告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单循环跑通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达标：能出10轮结果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一设备10周期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调用check函数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打印每轮状态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跟做循环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达标：能改周期数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range(10)改5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看输出减半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函数参数传入-返回值的数据流怎么走？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循环跑通+2函数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重构对比说明清楚；规范率≥85%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3edf6332fc54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random随机数：random.uniform(a,b)=在[a…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函数封装：def=给一段逻辑起名装盒：投料(参数)出产品…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列表与字典入门：列表=排队货架(有序可重复)；字典=储物柜(编…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①工单0.2b收尾跑绿并上传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重构上周代码：将重复判断改写为函数；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预习类与对象的概念。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从图纸到对象：设备建模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工单0.2b跑绿并上传学习平台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从图纸到对象：设备建模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W03-06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把重复劳动交给函数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