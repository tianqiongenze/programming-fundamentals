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W01 · 第2次课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把设备参数存进程序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70421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70421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设备参数初始化系统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企业新购设备需建立数字台账：用程序存储并规范输出每台设备的铭牌参数——这是你的第一个可交付程序。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Python变量为什么不需要先声明类型？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Python入门——重点：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变量定义与四种基本数据类型的使用；输入输出与格式化；类型转…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首课无历史坑——今天开始给自己建一份《错题本》。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本节主线：变量=给值贴标签；动态类型随值走——应用：dev_code… / 四种基本类型：int/float/str/bool / type()查看类型；int('36')显式转换——应用：…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156309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1563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1.input()录入…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1246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124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2.print格式对齐…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67865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6786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3.交换两个变量的3种…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本章聚焦：Python入门——重点： · 变量定义与四种基本数据类型的使用；…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f-string格式化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('f-string在编译期把花括号表达式求值后填进模板，冒号后是…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单位换算公式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('单位换算本质是线性映射y=kx+b进变量：℉=℃×9/5+32…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PEP 8启蒙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('PEP 8是Python官方风格约定：snake_case变量…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f-string格式化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f-string=填空模板：引号前加f，花括号挖坑变量填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原理：f-string在编译期把花括号表达式求值后填进模板，冒号后是格式规格——.1f=保留1位小数四舍五入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台账卡/告警信息的标准写法——车间打印全靠它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怎么判断：台账卡/告警信息/日报表等一切'文本+变量混排'输出；对齐用&gt;8右对齐、^居中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print(f'温度{temp:.1f}℃ 编号{dev_code}')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逐行看：f'温度{temp:.1f}℃' 78.5→'78.5'；f'{dev_code:&gt;10}'编号右对齐10列成表；花括号内可放表达式{temp*9/5+32:.0f}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误区：忘写f前缀→花括号原样输出；:.2f是两位小数不是乘2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进阶：f'{value=}'调试写法自动带变量名；性能上f-string编译期优化，比'+'拼接和format()都快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f-string格式化：一张图看懂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f008a23e9451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追问：误区：忘写f前缀→花括号原样输出；:.2f是两位小数不是乘2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一句话：f-string=填空模板：引号前加f，花括号挖坑变量填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何时用：台账卡/告警信息的标准写法——车间打印全靠它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单位换算公式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换算=数学表达式进变量：F=C*9/5+32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原理：单位换算本质是线性映射y=kx+b进变量：℉=℃×9/5+32、MPa=kPa÷1000——k是斜率b是截距，物理意义是量纲变换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进口仪表(℉/psi)与国产系统(℃/MPa)对接必经之路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怎么判断：进口仪表(℉/psi)对接国产系统(℃/MPa)的每个接口；换算系数写常量名而非魔法数字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f_temp = temp*9/5+32 → 78.5℃=173.3℉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逐行看：f_temp=temp*9/5+32 先乘除后加减与数学一致；press_mpa=press_kpa/1000 千进位；78.5℃手算=173.3℉对答案再信代码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先乘除后加减与数学一致；拿78.5手算一遍对答案再信代码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进阶：把系数提成模块级常量F_PER_C=9/5，函数化convert(c)；扩展MPa↔psi(×0.145038)做成单位换算小字典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单位换算公式：一张图看懂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a5c3d3f7c2a1f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追问：先乘除后加减与数学一致；拿78.5手算一遍对答案再信代码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一句话：换算=数学表达式进变量：F=C*9/5+32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何时用：进口仪表(℉/psi)与国产系统(℃/MPa)对接必经之路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PEP 8启蒙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命名如工牌：小写+下划线snake_case，一眼认人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原理：PEP 8是Python官方风格约定：snake_case变量、4空格缩进、一行一事——代码是读多写少的工程文件，规范=降低读成本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台账给人看——三个月后自己都读不懂的名字=废码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怎么判断：团队协作与三个月后回看自己代码时；车间'代码即台账'——乱名台账没人敢用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device_code✓ deviceCode✗ DeviceCode✗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逐行看：device_code✓ deviceCode✗——蛇形命名一眼拆词；4空格禁Tab（混用缩进直接IndentationError）；关键行加#注释说明为什么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误区：中文变量名能跑但IDE/同事抓狂——缩进统一4空格禁Tab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进阶：PyCharm内置PEP 8检查（代码漂黄线即警告）；进阶用black一键格式化、pylint打分，规范率可量化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PEP 8启蒙：一张图看懂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4d31956feddb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追问：误区：中文变量名能跑但IDE/同事抓狂——缩进统一4空格禁Tab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一句话：命名如工牌：小写+下划线snake_case，一眼认人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何时用：台账给人看——三个月后自己都读不懂的名字=废码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本章聚焦：Python入门——重点： · 变量定义与四种基本数据类型的使用；…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台账卡输出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device_id = "DEV-2026-001"; n…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安装Python与Py…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安装Python与PyCharm CE并运行首程序——应用：见工单…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定义多类型变量并格式化…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定义多类型变量并格式化输出台账卡——应用：见工单starter与教…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完成单位换算并保留小数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完成单位换算并保留小数——应用：见工单starter与教师参考实现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按规范命名并添加关键注释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按规范命名并添加关键注释——应用：见工单starter与教师参考实现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台账卡输出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device_id = "DEV-2026-001"; name = "智能注塑机"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temp = 56.5; press_kpa = 450.0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print(f"编号:{device_id}\n名称:{name}")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print(f"温度:{temp:.1f}℃ ({temp*9/5+32:.1f}℉)")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print(f"压力:{press_kpa/1000:.2f}MPa")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编号:DEV-2026-001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名称:智能注塑机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温度:56.5℃ (133.7℉)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压力:0.45MPa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SyntaxError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中文标点/冒号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全用英文标点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NameError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拼写不一致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搜索变量名核对大小写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f-string原样输出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少了f前缀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加f前缀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本章聚焦：Python入门——重点： · 变量定义与四种基本数据类型的使用；…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0.1 · 设备参数初始化系统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input()录入设备参数并校验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print格式对齐输出台账卡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交换两个变量的3种写法试验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≥6变量、≥3类型、规范率≥70%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含输入校验；格式对齐美观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输入校验+多行台账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68953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6895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达标：8变量4类型+校验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input录入并校验范围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循环输出多设备台账卡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加单位换算双项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完整台账卡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6165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6165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达标：8变量+2处换算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定义8个变量覆盖4类型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f-string对齐输出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完成℃→℉与kPa→MPa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基础台账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6470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647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达标：6变量3类型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定义6个变量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print逐项输出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完成1处换算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首程序仪式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达标：Hello World跑通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运行w01示例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改一个变量值再跑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截图打卡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Python变量为什么不需要先声明类型？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≥6变量、≥3类型、规范率≥70%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含输入校验；格式对齐美观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b08a7b1283d9b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f-string格式化：f-string=填空模板：引号前加f，花括号…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单位换算公式：换算=数学表达式进变量：F=C*9/5+32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PEP 8启蒙：命名如工牌：小写+下划线snake_case，…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①工单0.1收尾跑绿并上传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完成环境搭建截图与第一个Hello World程序；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预习条件判断（if/elif/else）。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设备什么时候该报警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设备什么时候该报警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把设备参数存进程序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