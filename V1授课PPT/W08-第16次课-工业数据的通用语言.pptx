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W08 · 第16次课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工业数据的通用语言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85902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85902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工业数据文件处理系统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历史数据集中清洗入库：剔缺失、修类型、查越界，输出可信数据集与清洗报告。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温度135℃该剔除还是保留？(业务讨论)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文件与数据——重点：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with open的规范用法；JSON与CSV的读写流程；…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正则把整行吞了：贪婪.*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修法：用[\d.]+限定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本节主线：with open自动关闭；encoding='utf-8… / csv.DictReader按表头取列——应用：见工单st… / json.loads/dumps解析与序列化——应用：见工…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1.输出clean.c…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56555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56555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2.135℃业务决策记录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719021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71902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3.支持命令行参数选输…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本章聚焦：文件与数据——重点： · with open的规范用法；JS…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三维验证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('三维验证=格式(能不能解析)+字段(键齐不齐)+值域(温度-2…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问题行策略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('问题行三策略：丢弃(记日志)、修复(有依据才修)、隔离(进ba…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newline=''防C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("Windows的CSV换行是\\r\\n，默认open会多翻译…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三维验证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三道闸=查户口：键在不在/类型对不对/数值合不合理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原理：三维验证=格式(能不能解析)+字段(键齐不齐)+值域(温度-20~200合理吗)——三关连过才算干净数据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脏数据进门三道闸——W5清洗三招的文件版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怎么判断：外部数据进门必过三关：json能loads只是及格，键全不全、值合不合理才是质量核心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'temp' not in row: 跳过并记录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逐行看：try: obj=json.loads(s) 第一关格式；REQUIRED键逐个in检查第二关；-20&lt;temp&lt;200第三关值域——任一关倒下记坏行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误区：只查缺失不查范围——温度=-999能穿透到模型里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进阶：值域阈值从设备说明书抄录并常量化；验证函数返回(bool,原因)二元组，坏因写进质量报告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三维验证：一张图看懂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f969e7595d9cd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追问：误区：只查缺失不查范围——温度=-999能穿透到模型里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一句话：三道闸=查户口：键在不在/类型对不对/数值合不合理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何时用：脏数据进门三道闸——W5清洗三招的文件版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问题行策略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坏行处理=登记放行：跳过但写bad.log带原因——可追溯不静默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原理：问题行三策略：丢弃(记日志)、修复(有依据才修)、隔离(进bad_rows.csv待人工)——默认隔离最稳，静默丢弃是罪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不能一条脏数据停产线，也不能悄悄吞掉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怎么判断：135℃神仙记录：修(明显多打一位→13.5?)必须给依据；不确定就隔离——每条处置写进清洗日志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bad_log.write(f'{line} | 缺temp字段\n')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逐行看：if not valid: bad_rows.append((row,reason)) 隔离区留全尸；clean_rows.append(row) 干净区放行；最后bad导出CSV+统计报告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误区：静默吞错=埋雷——问题行数要进质量报告接受检查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进阶：处置率=坏行/总数进质量日报；坏行模式聚类（都是3号泵？）往往是设备真故障的线索——坏数据也是资产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newline=''防CSV空行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newline=''=告诉open'换行我自己管'——CSV不再多空行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原理：Windows的CSV换行是\r\n，默认open会多翻译一层导致writer输出隔行空行——newline=''关掉自动翻译由csv模块接管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Windows写CSV每行多一空行的元凶——标准解就一个参数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怎么判断：用csv.writer写文件在Windows出现隔空行时，open加newline=''立竿见影——这是平台坑不是玄学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open('r.csv','w',newline='')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逐行看：open(f,'w',newline='') 关翻译；csv.writer(f) 接管换行——写出文件每行紧凑无空行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误区：读到空行以为是数据问题——写的时候就该带newline=''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进阶：Mac/Linux无此坑但代码要跨平台就统一加newline=''；UTF-8-SIG让Excel打开不乱码（BOM头兼容）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newline=''防CSV空行：一张图看懂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c98bb77077b48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追问：误区：读到空行以为是数据问题——写的时候就该带newline=''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一句话：newline=''=告诉open'换行我自己管'——CSV不再多空行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何时用：Windows写CSV每行多一空行的元凶——标准解就一个参数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本章聚焦：文件与数据——重点： · with open的规范用法；JS…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三维验证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validate(row):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with读写CSV与J…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with读写CSV与JSON——应用：见工单starter与教师参…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实现三维数据验证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实现三维数据验证——应用：见工单starter与教师参考实现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bad_records…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bad_records错误留痕——应用：见工单starter与教师…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输出清洗报告与标准化数据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输出清洗报告与标准化数据——应用：见工单starter与教师参考实现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三维验证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def validate(row):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t = row["temp"]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if t in ("", None): return "缺失"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try: t = float(t)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except ValueError: return "类型"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return None if 0 &lt;= t &lt;= 120 else "范围"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float('err')崩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未预判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try转换或errors处理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CSV多空行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缺newline=''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open(...,newline='')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路径找不到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IDE与命令行cwd不同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按脚本目录拼路径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本章聚焦：文件与数据——重点： · with open的规范用法；JS…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1.2 · 工业数据文件处理系统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输出clean.csv+各维度问题计数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135℃业务决策记录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支持命令行参数选输入文件(选做)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≥2格式+基本验证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报告清晰；业务决策有依据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体检脚本+参数化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达标：三维统计报表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缺失/类型/范围统计脚本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--input参数支持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135℃业务决策记录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完整清洗管线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达标：报告+bad_records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读取CSV三维验证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问题行写bad_records.csv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输出清洗报告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基础清洗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1049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1049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达标：能出clean.csv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读取CSV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过滤空值行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输出clean.csv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脏数据观察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达标：能数出问题行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--peek预览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找3个问题行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口述维度归类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决策：越界处置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采纳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剔除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统计离群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保留并标记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真实过热工况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温度135℃该剔除还是保留？(业务讨论)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≥2格式+基本验证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报告清晰；业务决策有依据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f372e7e379d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三维验证：三道闸=查户口：键在不在/类型对不对/数值合不…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问题行策略：坏行处理=登记放行：跳过但写bad.log带原…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newline=''防CSV空行：newline=''=告诉open'换行我自己…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①工单1.2收尾跑绿并上传 ②错题本记1条 ③预习微课+导学单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编写一个“数据体检脚本”：统计文件缺失值数量；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预习jieba分词的安装与使用。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学号_姓名_W08.py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读懂成千上万条故障描述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读懂成千上万条故障描述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工业数据的通用语言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